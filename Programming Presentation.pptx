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BF83DF-3A4D-476B-BFA6-D13341D134A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4E04AC-8C63-4AC6-BA16-DBEDF0CD3459}">
      <dgm:prSet/>
      <dgm:spPr/>
      <dgm:t>
        <a:bodyPr/>
        <a:lstStyle/>
        <a:p>
          <a:pPr>
            <a:defRPr b="1"/>
          </a:pPr>
          <a:r>
            <a:rPr lang="en-US" b="1"/>
            <a:t>Definition:</a:t>
          </a:r>
          <a:r>
            <a:rPr lang="en-US"/>
            <a:t> "Hidden Writing" - concealing information within other data</a:t>
          </a:r>
        </a:p>
      </dgm:t>
    </dgm:pt>
    <dgm:pt modelId="{DB910953-1E64-4397-81C5-E5A998B14066}" type="parTrans" cxnId="{E231F249-E302-4BD0-A4F4-5559BAFDC9EF}">
      <dgm:prSet/>
      <dgm:spPr/>
      <dgm:t>
        <a:bodyPr/>
        <a:lstStyle/>
        <a:p>
          <a:endParaRPr lang="en-US"/>
        </a:p>
      </dgm:t>
    </dgm:pt>
    <dgm:pt modelId="{B3D14981-0E5B-4D4C-916F-4EDAD6FCF63C}" type="sibTrans" cxnId="{E231F249-E302-4BD0-A4F4-5559BAFDC9EF}">
      <dgm:prSet/>
      <dgm:spPr/>
      <dgm:t>
        <a:bodyPr/>
        <a:lstStyle/>
        <a:p>
          <a:endParaRPr lang="en-US"/>
        </a:p>
      </dgm:t>
    </dgm:pt>
    <dgm:pt modelId="{55AF77F1-A9AD-4FD1-8937-9DCF6279CDBB}">
      <dgm:prSet/>
      <dgm:spPr/>
      <dgm:t>
        <a:bodyPr/>
        <a:lstStyle/>
        <a:p>
          <a:pPr>
            <a:defRPr b="1"/>
          </a:pPr>
          <a:r>
            <a:rPr lang="en-US" b="1"/>
            <a:t>Vs Cryptography:</a:t>
          </a:r>
          <a:endParaRPr lang="en-US"/>
        </a:p>
      </dgm:t>
    </dgm:pt>
    <dgm:pt modelId="{610ACF21-B8A1-4882-865D-2C3A52E4B388}" type="parTrans" cxnId="{3F6CBB8A-5D24-41BA-BA82-9D1A1156418D}">
      <dgm:prSet/>
      <dgm:spPr/>
      <dgm:t>
        <a:bodyPr/>
        <a:lstStyle/>
        <a:p>
          <a:endParaRPr lang="en-US"/>
        </a:p>
      </dgm:t>
    </dgm:pt>
    <dgm:pt modelId="{3A189612-DD74-47D3-B2A5-D44B01F3A063}" type="sibTrans" cxnId="{3F6CBB8A-5D24-41BA-BA82-9D1A1156418D}">
      <dgm:prSet/>
      <dgm:spPr/>
      <dgm:t>
        <a:bodyPr/>
        <a:lstStyle/>
        <a:p>
          <a:endParaRPr lang="en-US"/>
        </a:p>
      </dgm:t>
    </dgm:pt>
    <dgm:pt modelId="{A2BB8D0C-653E-4810-87B3-2EB413895DD8}">
      <dgm:prSet custT="1"/>
      <dgm:spPr/>
      <dgm:t>
        <a:bodyPr/>
        <a:lstStyle/>
        <a:p>
          <a:r>
            <a:rPr lang="en-US" sz="1800" dirty="0"/>
            <a:t>Cryptography: Scrambles message (obvious communication)</a:t>
          </a:r>
        </a:p>
      </dgm:t>
    </dgm:pt>
    <dgm:pt modelId="{451F8E22-08BD-4744-9A12-DAC0504E0D82}" type="parTrans" cxnId="{C861E3BD-E81E-4B80-80CD-31415D89DB29}">
      <dgm:prSet/>
      <dgm:spPr/>
      <dgm:t>
        <a:bodyPr/>
        <a:lstStyle/>
        <a:p>
          <a:endParaRPr lang="en-US"/>
        </a:p>
      </dgm:t>
    </dgm:pt>
    <dgm:pt modelId="{82979393-22C0-419C-A380-57D3967C7D84}" type="sibTrans" cxnId="{C861E3BD-E81E-4B80-80CD-31415D89DB29}">
      <dgm:prSet/>
      <dgm:spPr/>
      <dgm:t>
        <a:bodyPr/>
        <a:lstStyle/>
        <a:p>
          <a:endParaRPr lang="en-US"/>
        </a:p>
      </dgm:t>
    </dgm:pt>
    <dgm:pt modelId="{82384FE9-86AF-48F1-AADB-B95FDE4F9E5E}">
      <dgm:prSet custT="1"/>
      <dgm:spPr/>
      <dgm:t>
        <a:bodyPr/>
        <a:lstStyle/>
        <a:p>
          <a:r>
            <a:rPr lang="en-US" sz="1800" dirty="0"/>
            <a:t>Steganography: Hides existence of communication</a:t>
          </a:r>
        </a:p>
      </dgm:t>
    </dgm:pt>
    <dgm:pt modelId="{0AEB7302-DAA9-4D70-B6D6-87425A1F92AF}" type="parTrans" cxnId="{B021F368-8C33-4F90-8C3B-058B54043C35}">
      <dgm:prSet/>
      <dgm:spPr/>
      <dgm:t>
        <a:bodyPr/>
        <a:lstStyle/>
        <a:p>
          <a:endParaRPr lang="en-US"/>
        </a:p>
      </dgm:t>
    </dgm:pt>
    <dgm:pt modelId="{1835DF8A-4954-41CB-9E3B-EAE4E87D6E5B}" type="sibTrans" cxnId="{B021F368-8C33-4F90-8C3B-058B54043C35}">
      <dgm:prSet/>
      <dgm:spPr/>
      <dgm:t>
        <a:bodyPr/>
        <a:lstStyle/>
        <a:p>
          <a:endParaRPr lang="en-US"/>
        </a:p>
      </dgm:t>
    </dgm:pt>
    <dgm:pt modelId="{D20DD903-EF78-441B-ABE4-4946009D2426}" type="pres">
      <dgm:prSet presAssocID="{AABF83DF-3A4D-476B-BFA6-D13341D134A7}" presName="root" presStyleCnt="0">
        <dgm:presLayoutVars>
          <dgm:dir/>
          <dgm:resizeHandles val="exact"/>
        </dgm:presLayoutVars>
      </dgm:prSet>
      <dgm:spPr/>
    </dgm:pt>
    <dgm:pt modelId="{32BF9542-359D-4DB8-8129-0563D5AD3163}" type="pres">
      <dgm:prSet presAssocID="{FC4E04AC-8C63-4AC6-BA16-DBEDF0CD3459}" presName="compNode" presStyleCnt="0"/>
      <dgm:spPr/>
    </dgm:pt>
    <dgm:pt modelId="{388507DC-EE4D-48CB-8EF6-A97CE1E9F7E3}" type="pres">
      <dgm:prSet presAssocID="{FC4E04AC-8C63-4AC6-BA16-DBEDF0CD345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F400FFA6-721E-41CE-A2FD-9F4B758A70CF}" type="pres">
      <dgm:prSet presAssocID="{FC4E04AC-8C63-4AC6-BA16-DBEDF0CD3459}" presName="iconSpace" presStyleCnt="0"/>
      <dgm:spPr/>
    </dgm:pt>
    <dgm:pt modelId="{4E1D3C60-44D4-467C-931E-61CC3AD12A58}" type="pres">
      <dgm:prSet presAssocID="{FC4E04AC-8C63-4AC6-BA16-DBEDF0CD3459}" presName="parTx" presStyleLbl="revTx" presStyleIdx="0" presStyleCnt="4">
        <dgm:presLayoutVars>
          <dgm:chMax val="0"/>
          <dgm:chPref val="0"/>
        </dgm:presLayoutVars>
      </dgm:prSet>
      <dgm:spPr/>
    </dgm:pt>
    <dgm:pt modelId="{9DD0D23B-4D2D-4972-AC54-7992C17D7BB0}" type="pres">
      <dgm:prSet presAssocID="{FC4E04AC-8C63-4AC6-BA16-DBEDF0CD3459}" presName="txSpace" presStyleCnt="0"/>
      <dgm:spPr/>
    </dgm:pt>
    <dgm:pt modelId="{70F63E51-0EE1-484F-A36A-583CD30E5AC2}" type="pres">
      <dgm:prSet presAssocID="{FC4E04AC-8C63-4AC6-BA16-DBEDF0CD3459}" presName="desTx" presStyleLbl="revTx" presStyleIdx="1" presStyleCnt="4">
        <dgm:presLayoutVars/>
      </dgm:prSet>
      <dgm:spPr/>
    </dgm:pt>
    <dgm:pt modelId="{56BE518F-5691-4B7A-B1EE-F80CFDD1B204}" type="pres">
      <dgm:prSet presAssocID="{B3D14981-0E5B-4D4C-916F-4EDAD6FCF63C}" presName="sibTrans" presStyleCnt="0"/>
      <dgm:spPr/>
    </dgm:pt>
    <dgm:pt modelId="{531A40DB-2F38-4735-AE17-271DF852FCB2}" type="pres">
      <dgm:prSet presAssocID="{55AF77F1-A9AD-4FD1-8937-9DCF6279CDBB}" presName="compNode" presStyleCnt="0"/>
      <dgm:spPr/>
    </dgm:pt>
    <dgm:pt modelId="{D270308A-72E4-4DD8-B4AA-AD1CC03E93FA}" type="pres">
      <dgm:prSet presAssocID="{55AF77F1-A9AD-4FD1-8937-9DCF6279CD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3C31D93-C3C4-481E-978E-A8FB62D4D62C}" type="pres">
      <dgm:prSet presAssocID="{55AF77F1-A9AD-4FD1-8937-9DCF6279CDBB}" presName="iconSpace" presStyleCnt="0"/>
      <dgm:spPr/>
    </dgm:pt>
    <dgm:pt modelId="{130FFE13-D985-4895-A87E-19DFB38F8846}" type="pres">
      <dgm:prSet presAssocID="{55AF77F1-A9AD-4FD1-8937-9DCF6279CDBB}" presName="parTx" presStyleLbl="revTx" presStyleIdx="2" presStyleCnt="4">
        <dgm:presLayoutVars>
          <dgm:chMax val="0"/>
          <dgm:chPref val="0"/>
        </dgm:presLayoutVars>
      </dgm:prSet>
      <dgm:spPr/>
    </dgm:pt>
    <dgm:pt modelId="{46EA133D-DC22-466C-BD27-87CF8D4F9BE6}" type="pres">
      <dgm:prSet presAssocID="{55AF77F1-A9AD-4FD1-8937-9DCF6279CDBB}" presName="txSpace" presStyleCnt="0"/>
      <dgm:spPr/>
    </dgm:pt>
    <dgm:pt modelId="{C89C7CBD-FEC3-4072-BF02-197D3397F966}" type="pres">
      <dgm:prSet presAssocID="{55AF77F1-A9AD-4FD1-8937-9DCF6279CDBB}" presName="desTx" presStyleLbl="revTx" presStyleIdx="3" presStyleCnt="4">
        <dgm:presLayoutVars/>
      </dgm:prSet>
      <dgm:spPr/>
    </dgm:pt>
  </dgm:ptLst>
  <dgm:cxnLst>
    <dgm:cxn modelId="{2139ED07-FFC1-48AD-8564-3693BA8CDBC9}" type="presOf" srcId="{55AF77F1-A9AD-4FD1-8937-9DCF6279CDBB}" destId="{130FFE13-D985-4895-A87E-19DFB38F8846}" srcOrd="0" destOrd="0" presId="urn:microsoft.com/office/officeart/2018/2/layout/IconLabelDescriptionList"/>
    <dgm:cxn modelId="{D0724362-7872-4745-B4AB-C373D8354950}" type="presOf" srcId="{AABF83DF-3A4D-476B-BFA6-D13341D134A7}" destId="{D20DD903-EF78-441B-ABE4-4946009D2426}" srcOrd="0" destOrd="0" presId="urn:microsoft.com/office/officeart/2018/2/layout/IconLabelDescriptionList"/>
    <dgm:cxn modelId="{7C9A2F47-AC6C-4D2F-BEB4-B0F444305E7E}" type="presOf" srcId="{FC4E04AC-8C63-4AC6-BA16-DBEDF0CD3459}" destId="{4E1D3C60-44D4-467C-931E-61CC3AD12A58}" srcOrd="0" destOrd="0" presId="urn:microsoft.com/office/officeart/2018/2/layout/IconLabelDescriptionList"/>
    <dgm:cxn modelId="{B021F368-8C33-4F90-8C3B-058B54043C35}" srcId="{55AF77F1-A9AD-4FD1-8937-9DCF6279CDBB}" destId="{82384FE9-86AF-48F1-AADB-B95FDE4F9E5E}" srcOrd="1" destOrd="0" parTransId="{0AEB7302-DAA9-4D70-B6D6-87425A1F92AF}" sibTransId="{1835DF8A-4954-41CB-9E3B-EAE4E87D6E5B}"/>
    <dgm:cxn modelId="{E231F249-E302-4BD0-A4F4-5559BAFDC9EF}" srcId="{AABF83DF-3A4D-476B-BFA6-D13341D134A7}" destId="{FC4E04AC-8C63-4AC6-BA16-DBEDF0CD3459}" srcOrd="0" destOrd="0" parTransId="{DB910953-1E64-4397-81C5-E5A998B14066}" sibTransId="{B3D14981-0E5B-4D4C-916F-4EDAD6FCF63C}"/>
    <dgm:cxn modelId="{E729D97B-8906-4892-88E2-E6CC22272DA8}" type="presOf" srcId="{A2BB8D0C-653E-4810-87B3-2EB413895DD8}" destId="{C89C7CBD-FEC3-4072-BF02-197D3397F966}" srcOrd="0" destOrd="0" presId="urn:microsoft.com/office/officeart/2018/2/layout/IconLabelDescriptionList"/>
    <dgm:cxn modelId="{3F6CBB8A-5D24-41BA-BA82-9D1A1156418D}" srcId="{AABF83DF-3A4D-476B-BFA6-D13341D134A7}" destId="{55AF77F1-A9AD-4FD1-8937-9DCF6279CDBB}" srcOrd="1" destOrd="0" parTransId="{610ACF21-B8A1-4882-865D-2C3A52E4B388}" sibTransId="{3A189612-DD74-47D3-B2A5-D44B01F3A063}"/>
    <dgm:cxn modelId="{C861E3BD-E81E-4B80-80CD-31415D89DB29}" srcId="{55AF77F1-A9AD-4FD1-8937-9DCF6279CDBB}" destId="{A2BB8D0C-653E-4810-87B3-2EB413895DD8}" srcOrd="0" destOrd="0" parTransId="{451F8E22-08BD-4744-9A12-DAC0504E0D82}" sibTransId="{82979393-22C0-419C-A380-57D3967C7D84}"/>
    <dgm:cxn modelId="{5FB228C3-C33C-42CA-AAD2-051F82EAAC57}" type="presOf" srcId="{82384FE9-86AF-48F1-AADB-B95FDE4F9E5E}" destId="{C89C7CBD-FEC3-4072-BF02-197D3397F966}" srcOrd="0" destOrd="1" presId="urn:microsoft.com/office/officeart/2018/2/layout/IconLabelDescriptionList"/>
    <dgm:cxn modelId="{3D02F2FC-286C-4F2A-B622-1624998470C9}" type="presParOf" srcId="{D20DD903-EF78-441B-ABE4-4946009D2426}" destId="{32BF9542-359D-4DB8-8129-0563D5AD3163}" srcOrd="0" destOrd="0" presId="urn:microsoft.com/office/officeart/2018/2/layout/IconLabelDescriptionList"/>
    <dgm:cxn modelId="{61A4D875-F028-4A08-9C99-DA117617D506}" type="presParOf" srcId="{32BF9542-359D-4DB8-8129-0563D5AD3163}" destId="{388507DC-EE4D-48CB-8EF6-A97CE1E9F7E3}" srcOrd="0" destOrd="0" presId="urn:microsoft.com/office/officeart/2018/2/layout/IconLabelDescriptionList"/>
    <dgm:cxn modelId="{1B48C169-A950-4D9C-80EC-49EB1F6E2844}" type="presParOf" srcId="{32BF9542-359D-4DB8-8129-0563D5AD3163}" destId="{F400FFA6-721E-41CE-A2FD-9F4B758A70CF}" srcOrd="1" destOrd="0" presId="urn:microsoft.com/office/officeart/2018/2/layout/IconLabelDescriptionList"/>
    <dgm:cxn modelId="{A489CF45-2DA8-436B-A5F9-21DEBED35862}" type="presParOf" srcId="{32BF9542-359D-4DB8-8129-0563D5AD3163}" destId="{4E1D3C60-44D4-467C-931E-61CC3AD12A58}" srcOrd="2" destOrd="0" presId="urn:microsoft.com/office/officeart/2018/2/layout/IconLabelDescriptionList"/>
    <dgm:cxn modelId="{6B7EBA86-779E-494F-A4A4-48875EDCE7DD}" type="presParOf" srcId="{32BF9542-359D-4DB8-8129-0563D5AD3163}" destId="{9DD0D23B-4D2D-4972-AC54-7992C17D7BB0}" srcOrd="3" destOrd="0" presId="urn:microsoft.com/office/officeart/2018/2/layout/IconLabelDescriptionList"/>
    <dgm:cxn modelId="{842E8697-5CEE-4A41-A995-79FD31049552}" type="presParOf" srcId="{32BF9542-359D-4DB8-8129-0563D5AD3163}" destId="{70F63E51-0EE1-484F-A36A-583CD30E5AC2}" srcOrd="4" destOrd="0" presId="urn:microsoft.com/office/officeart/2018/2/layout/IconLabelDescriptionList"/>
    <dgm:cxn modelId="{66262858-E359-48DA-BD06-BB646367B373}" type="presParOf" srcId="{D20DD903-EF78-441B-ABE4-4946009D2426}" destId="{56BE518F-5691-4B7A-B1EE-F80CFDD1B204}" srcOrd="1" destOrd="0" presId="urn:microsoft.com/office/officeart/2018/2/layout/IconLabelDescriptionList"/>
    <dgm:cxn modelId="{7C4B7158-E66E-4951-AD4E-22B900DB6FDB}" type="presParOf" srcId="{D20DD903-EF78-441B-ABE4-4946009D2426}" destId="{531A40DB-2F38-4735-AE17-271DF852FCB2}" srcOrd="2" destOrd="0" presId="urn:microsoft.com/office/officeart/2018/2/layout/IconLabelDescriptionList"/>
    <dgm:cxn modelId="{415F171F-AE5A-4093-9BBA-83A7B826BE1A}" type="presParOf" srcId="{531A40DB-2F38-4735-AE17-271DF852FCB2}" destId="{D270308A-72E4-4DD8-B4AA-AD1CC03E93FA}" srcOrd="0" destOrd="0" presId="urn:microsoft.com/office/officeart/2018/2/layout/IconLabelDescriptionList"/>
    <dgm:cxn modelId="{4E852D12-DBE5-4945-B8A8-A5166E154BA0}" type="presParOf" srcId="{531A40DB-2F38-4735-AE17-271DF852FCB2}" destId="{C3C31D93-C3C4-481E-978E-A8FB62D4D62C}" srcOrd="1" destOrd="0" presId="urn:microsoft.com/office/officeart/2018/2/layout/IconLabelDescriptionList"/>
    <dgm:cxn modelId="{3AAED23D-92B0-4257-BAC6-50248654836B}" type="presParOf" srcId="{531A40DB-2F38-4735-AE17-271DF852FCB2}" destId="{130FFE13-D985-4895-A87E-19DFB38F8846}" srcOrd="2" destOrd="0" presId="urn:microsoft.com/office/officeart/2018/2/layout/IconLabelDescriptionList"/>
    <dgm:cxn modelId="{1FA24C4B-02F9-4768-B9D6-4C67578C11FB}" type="presParOf" srcId="{531A40DB-2F38-4735-AE17-271DF852FCB2}" destId="{46EA133D-DC22-466C-BD27-87CF8D4F9BE6}" srcOrd="3" destOrd="0" presId="urn:microsoft.com/office/officeart/2018/2/layout/IconLabelDescriptionList"/>
    <dgm:cxn modelId="{7938890F-E57D-4BBC-BD21-0D9669CE6EF6}" type="presParOf" srcId="{531A40DB-2F38-4735-AE17-271DF852FCB2}" destId="{C89C7CBD-FEC3-4072-BF02-197D3397F96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BD28F0-4352-4B55-9A6C-88E581CD2D21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DD2C72-B681-434B-9F56-DCC4A81EA2F0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 Hide text messages within BMP images using pure Python</a:t>
          </a:r>
        </a:p>
      </dgm:t>
    </dgm:pt>
    <dgm:pt modelId="{4F86B9CE-A38B-4EB2-9FED-A0DE05DD7DD5}" type="parTrans" cxnId="{12343EF2-5042-4C9B-B754-1EBD97FDDD59}">
      <dgm:prSet/>
      <dgm:spPr/>
      <dgm:t>
        <a:bodyPr/>
        <a:lstStyle/>
        <a:p>
          <a:endParaRPr lang="en-US"/>
        </a:p>
      </dgm:t>
    </dgm:pt>
    <dgm:pt modelId="{F9EFEA24-EFF4-40B6-818A-30432D32B044}" type="sibTrans" cxnId="{12343EF2-5042-4C9B-B754-1EBD97FDDD59}">
      <dgm:prSet/>
      <dgm:spPr/>
      <dgm:t>
        <a:bodyPr/>
        <a:lstStyle/>
        <a:p>
          <a:endParaRPr lang="en-US"/>
        </a:p>
      </dgm:t>
    </dgm:pt>
    <dgm:pt modelId="{8DB4D43A-029C-41E9-BB6F-DAF6DB9CB062}">
      <dgm:prSet/>
      <dgm:spPr/>
      <dgm:t>
        <a:bodyPr/>
        <a:lstStyle/>
        <a:p>
          <a:r>
            <a:rPr lang="en-US" b="1"/>
            <a:t>Key Requirements:</a:t>
          </a:r>
          <a:endParaRPr lang="en-US"/>
        </a:p>
      </dgm:t>
    </dgm:pt>
    <dgm:pt modelId="{FF0CCA50-9B5B-4414-8F6A-A08FE0F87BE6}" type="parTrans" cxnId="{91DB00F6-E522-48F8-924F-E49C82F35F26}">
      <dgm:prSet/>
      <dgm:spPr/>
      <dgm:t>
        <a:bodyPr/>
        <a:lstStyle/>
        <a:p>
          <a:endParaRPr lang="en-US"/>
        </a:p>
      </dgm:t>
    </dgm:pt>
    <dgm:pt modelId="{C1065DC0-71B7-4C2D-8196-E64ECBF724C0}" type="sibTrans" cxnId="{91DB00F6-E522-48F8-924F-E49C82F35F26}">
      <dgm:prSet/>
      <dgm:spPr/>
      <dgm:t>
        <a:bodyPr/>
        <a:lstStyle/>
        <a:p>
          <a:endParaRPr lang="en-US"/>
        </a:p>
      </dgm:t>
    </dgm:pt>
    <dgm:pt modelId="{787A6AB8-5263-4B47-BC94-B5866175664F}">
      <dgm:prSet/>
      <dgm:spPr/>
      <dgm:t>
        <a:bodyPr/>
        <a:lstStyle/>
        <a:p>
          <a:r>
            <a:rPr lang="en-US"/>
            <a:t>No external libraries</a:t>
          </a:r>
        </a:p>
      </dgm:t>
    </dgm:pt>
    <dgm:pt modelId="{6ABF48AE-47EA-492A-ACA4-01C6FA3B18A5}" type="parTrans" cxnId="{822BB72A-9ECD-41D1-90AB-BDEA6D17B111}">
      <dgm:prSet/>
      <dgm:spPr/>
      <dgm:t>
        <a:bodyPr/>
        <a:lstStyle/>
        <a:p>
          <a:endParaRPr lang="en-US"/>
        </a:p>
      </dgm:t>
    </dgm:pt>
    <dgm:pt modelId="{0E24B37D-F536-48CC-8A0B-E2265B280F99}" type="sibTrans" cxnId="{822BB72A-9ECD-41D1-90AB-BDEA6D17B111}">
      <dgm:prSet/>
      <dgm:spPr/>
      <dgm:t>
        <a:bodyPr/>
        <a:lstStyle/>
        <a:p>
          <a:endParaRPr lang="en-US"/>
        </a:p>
      </dgm:t>
    </dgm:pt>
    <dgm:pt modelId="{45138714-0C03-40A7-BF30-FD766C0B4F29}">
      <dgm:prSet/>
      <dgm:spPr/>
      <dgm:t>
        <a:bodyPr/>
        <a:lstStyle/>
        <a:p>
          <a:r>
            <a:rPr lang="en-US"/>
            <a:t>Support encoding &amp; decoding</a:t>
          </a:r>
        </a:p>
      </dgm:t>
    </dgm:pt>
    <dgm:pt modelId="{FD3E9B97-647A-4DA4-9D4E-F0D6324C1B55}" type="parTrans" cxnId="{B452534E-8956-4EA1-926B-1A528241F3B0}">
      <dgm:prSet/>
      <dgm:spPr/>
      <dgm:t>
        <a:bodyPr/>
        <a:lstStyle/>
        <a:p>
          <a:endParaRPr lang="en-US"/>
        </a:p>
      </dgm:t>
    </dgm:pt>
    <dgm:pt modelId="{EA593A93-7488-4E69-9F07-F6768FC94861}" type="sibTrans" cxnId="{B452534E-8956-4EA1-926B-1A528241F3B0}">
      <dgm:prSet/>
      <dgm:spPr/>
      <dgm:t>
        <a:bodyPr/>
        <a:lstStyle/>
        <a:p>
          <a:endParaRPr lang="en-US"/>
        </a:p>
      </dgm:t>
    </dgm:pt>
    <dgm:pt modelId="{C451BE04-42DC-48D2-AC31-AEE35614F999}">
      <dgm:prSet/>
      <dgm:spPr/>
      <dgm:t>
        <a:bodyPr/>
        <a:lstStyle/>
        <a:p>
          <a:r>
            <a:rPr lang="en-US"/>
            <a:t>Robust error handling</a:t>
          </a:r>
        </a:p>
      </dgm:t>
    </dgm:pt>
    <dgm:pt modelId="{2CFF0514-B73F-42D4-BA6F-E28C4FAC84F1}" type="parTrans" cxnId="{5FE6782D-7BF3-4FC9-8086-C97CDE36A6D7}">
      <dgm:prSet/>
      <dgm:spPr/>
      <dgm:t>
        <a:bodyPr/>
        <a:lstStyle/>
        <a:p>
          <a:endParaRPr lang="en-US"/>
        </a:p>
      </dgm:t>
    </dgm:pt>
    <dgm:pt modelId="{1541E310-8506-4708-B17C-D4C40747E222}" type="sibTrans" cxnId="{5FE6782D-7BF3-4FC9-8086-C97CDE36A6D7}">
      <dgm:prSet/>
      <dgm:spPr/>
      <dgm:t>
        <a:bodyPr/>
        <a:lstStyle/>
        <a:p>
          <a:endParaRPr lang="en-US"/>
        </a:p>
      </dgm:t>
    </dgm:pt>
    <dgm:pt modelId="{9EEF2E6E-0973-496B-98A0-1A33D284D814}">
      <dgm:prSet/>
      <dgm:spPr/>
      <dgm:t>
        <a:bodyPr/>
        <a:lstStyle/>
        <a:p>
          <a:r>
            <a:rPr lang="en-US"/>
            <a:t>User-friendly interface</a:t>
          </a:r>
        </a:p>
      </dgm:t>
    </dgm:pt>
    <dgm:pt modelId="{5D3B5168-2D57-40E9-B92D-F0967D4DC0E7}" type="parTrans" cxnId="{4BAE1D73-56DF-45A7-A2CC-0DD86BA5CA46}">
      <dgm:prSet/>
      <dgm:spPr/>
      <dgm:t>
        <a:bodyPr/>
        <a:lstStyle/>
        <a:p>
          <a:endParaRPr lang="en-US"/>
        </a:p>
      </dgm:t>
    </dgm:pt>
    <dgm:pt modelId="{21465149-46FC-4995-9544-9075300F6A97}" type="sibTrans" cxnId="{4BAE1D73-56DF-45A7-A2CC-0DD86BA5CA46}">
      <dgm:prSet/>
      <dgm:spPr/>
      <dgm:t>
        <a:bodyPr/>
        <a:lstStyle/>
        <a:p>
          <a:endParaRPr lang="en-US"/>
        </a:p>
      </dgm:t>
    </dgm:pt>
    <dgm:pt modelId="{8085ECB3-AA1C-45B1-AD71-B5EB5B9BD8F9}">
      <dgm:prSet/>
      <dgm:spPr/>
      <dgm:t>
        <a:bodyPr/>
        <a:lstStyle/>
        <a:p>
          <a:r>
            <a:rPr lang="en-US" b="1"/>
            <a:t>Technical Approach:</a:t>
          </a:r>
          <a:r>
            <a:rPr lang="en-US"/>
            <a:t> LSB (Least Significant Bit) substitution</a:t>
          </a:r>
        </a:p>
      </dgm:t>
    </dgm:pt>
    <dgm:pt modelId="{1CE728F8-64AF-4FCB-8D49-2ED8D8250587}" type="parTrans" cxnId="{3EA8A01D-0D2A-4B28-9A2C-B151BE1A81D5}">
      <dgm:prSet/>
      <dgm:spPr/>
      <dgm:t>
        <a:bodyPr/>
        <a:lstStyle/>
        <a:p>
          <a:endParaRPr lang="en-US"/>
        </a:p>
      </dgm:t>
    </dgm:pt>
    <dgm:pt modelId="{0A3AC9C6-DF4F-431A-9126-4F2C8D561C74}" type="sibTrans" cxnId="{3EA8A01D-0D2A-4B28-9A2C-B151BE1A81D5}">
      <dgm:prSet/>
      <dgm:spPr/>
      <dgm:t>
        <a:bodyPr/>
        <a:lstStyle/>
        <a:p>
          <a:endParaRPr lang="en-US"/>
        </a:p>
      </dgm:t>
    </dgm:pt>
    <dgm:pt modelId="{23DDC54E-5F88-410A-9A3D-CB7D76F1E78D}" type="pres">
      <dgm:prSet presAssocID="{F9BD28F0-4352-4B55-9A6C-88E581CD2D21}" presName="Name0" presStyleCnt="0">
        <dgm:presLayoutVars>
          <dgm:dir/>
          <dgm:animLvl val="lvl"/>
          <dgm:resizeHandles val="exact"/>
        </dgm:presLayoutVars>
      </dgm:prSet>
      <dgm:spPr/>
    </dgm:pt>
    <dgm:pt modelId="{4937C303-6BA4-4C16-A65F-ADE9B9CEBF32}" type="pres">
      <dgm:prSet presAssocID="{8085ECB3-AA1C-45B1-AD71-B5EB5B9BD8F9}" presName="boxAndChildren" presStyleCnt="0"/>
      <dgm:spPr/>
    </dgm:pt>
    <dgm:pt modelId="{00901887-58E9-40A4-864F-FEFCA0BB2618}" type="pres">
      <dgm:prSet presAssocID="{8085ECB3-AA1C-45B1-AD71-B5EB5B9BD8F9}" presName="parentTextBox" presStyleLbl="node1" presStyleIdx="0" presStyleCnt="3"/>
      <dgm:spPr/>
    </dgm:pt>
    <dgm:pt modelId="{A06CAE77-D293-4B3B-A77A-C074D122A767}" type="pres">
      <dgm:prSet presAssocID="{C1065DC0-71B7-4C2D-8196-E64ECBF724C0}" presName="sp" presStyleCnt="0"/>
      <dgm:spPr/>
    </dgm:pt>
    <dgm:pt modelId="{CECFB354-71A1-4875-9387-5E2BB0891BBE}" type="pres">
      <dgm:prSet presAssocID="{8DB4D43A-029C-41E9-BB6F-DAF6DB9CB062}" presName="arrowAndChildren" presStyleCnt="0"/>
      <dgm:spPr/>
    </dgm:pt>
    <dgm:pt modelId="{5FADC117-51F4-43F5-B836-D818E2B2851D}" type="pres">
      <dgm:prSet presAssocID="{8DB4D43A-029C-41E9-BB6F-DAF6DB9CB062}" presName="parentTextArrow" presStyleLbl="node1" presStyleIdx="0" presStyleCnt="3"/>
      <dgm:spPr/>
    </dgm:pt>
    <dgm:pt modelId="{A576D966-8241-4239-A42F-E8125250E347}" type="pres">
      <dgm:prSet presAssocID="{8DB4D43A-029C-41E9-BB6F-DAF6DB9CB062}" presName="arrow" presStyleLbl="node1" presStyleIdx="1" presStyleCnt="3"/>
      <dgm:spPr/>
    </dgm:pt>
    <dgm:pt modelId="{AA0BFDAD-4BD5-41F1-B4ED-061F4D17E1F8}" type="pres">
      <dgm:prSet presAssocID="{8DB4D43A-029C-41E9-BB6F-DAF6DB9CB062}" presName="descendantArrow" presStyleCnt="0"/>
      <dgm:spPr/>
    </dgm:pt>
    <dgm:pt modelId="{8BE48DEE-86E1-41E8-9210-882113B3BAA8}" type="pres">
      <dgm:prSet presAssocID="{787A6AB8-5263-4B47-BC94-B5866175664F}" presName="childTextArrow" presStyleLbl="fgAccFollowNode1" presStyleIdx="0" presStyleCnt="4">
        <dgm:presLayoutVars>
          <dgm:bulletEnabled val="1"/>
        </dgm:presLayoutVars>
      </dgm:prSet>
      <dgm:spPr/>
    </dgm:pt>
    <dgm:pt modelId="{52945127-3D9A-46D6-8360-2E51005D74D8}" type="pres">
      <dgm:prSet presAssocID="{45138714-0C03-40A7-BF30-FD766C0B4F29}" presName="childTextArrow" presStyleLbl="fgAccFollowNode1" presStyleIdx="1" presStyleCnt="4">
        <dgm:presLayoutVars>
          <dgm:bulletEnabled val="1"/>
        </dgm:presLayoutVars>
      </dgm:prSet>
      <dgm:spPr/>
    </dgm:pt>
    <dgm:pt modelId="{5DA6F8BE-EC99-48AE-9485-9E3EC52C3476}" type="pres">
      <dgm:prSet presAssocID="{C451BE04-42DC-48D2-AC31-AEE35614F999}" presName="childTextArrow" presStyleLbl="fgAccFollowNode1" presStyleIdx="2" presStyleCnt="4">
        <dgm:presLayoutVars>
          <dgm:bulletEnabled val="1"/>
        </dgm:presLayoutVars>
      </dgm:prSet>
      <dgm:spPr/>
    </dgm:pt>
    <dgm:pt modelId="{174EC210-66EC-4202-9ED5-697D5F94D8ED}" type="pres">
      <dgm:prSet presAssocID="{9EEF2E6E-0973-496B-98A0-1A33D284D814}" presName="childTextArrow" presStyleLbl="fgAccFollowNode1" presStyleIdx="3" presStyleCnt="4">
        <dgm:presLayoutVars>
          <dgm:bulletEnabled val="1"/>
        </dgm:presLayoutVars>
      </dgm:prSet>
      <dgm:spPr/>
    </dgm:pt>
    <dgm:pt modelId="{F7B9B0D0-66D5-46DD-8E8C-02896AB6CDE9}" type="pres">
      <dgm:prSet presAssocID="{F9EFEA24-EFF4-40B6-818A-30432D32B044}" presName="sp" presStyleCnt="0"/>
      <dgm:spPr/>
    </dgm:pt>
    <dgm:pt modelId="{E6FA5C31-EE66-4984-8149-8CE69274F3BB}" type="pres">
      <dgm:prSet presAssocID="{E6DD2C72-B681-434B-9F56-DCC4A81EA2F0}" presName="arrowAndChildren" presStyleCnt="0"/>
      <dgm:spPr/>
    </dgm:pt>
    <dgm:pt modelId="{70C23764-DC89-404E-B498-38B6F4F98402}" type="pres">
      <dgm:prSet presAssocID="{E6DD2C72-B681-434B-9F56-DCC4A81EA2F0}" presName="parentTextArrow" presStyleLbl="node1" presStyleIdx="2" presStyleCnt="3"/>
      <dgm:spPr/>
    </dgm:pt>
  </dgm:ptLst>
  <dgm:cxnLst>
    <dgm:cxn modelId="{E77F1B12-671D-4DCB-A071-64B797551078}" type="presOf" srcId="{8DB4D43A-029C-41E9-BB6F-DAF6DB9CB062}" destId="{A576D966-8241-4239-A42F-E8125250E347}" srcOrd="1" destOrd="0" presId="urn:microsoft.com/office/officeart/2005/8/layout/process4"/>
    <dgm:cxn modelId="{3EA8A01D-0D2A-4B28-9A2C-B151BE1A81D5}" srcId="{F9BD28F0-4352-4B55-9A6C-88E581CD2D21}" destId="{8085ECB3-AA1C-45B1-AD71-B5EB5B9BD8F9}" srcOrd="2" destOrd="0" parTransId="{1CE728F8-64AF-4FCB-8D49-2ED8D8250587}" sibTransId="{0A3AC9C6-DF4F-431A-9126-4F2C8D561C74}"/>
    <dgm:cxn modelId="{96D80021-9DEC-4195-ADE2-D7D655C713B8}" type="presOf" srcId="{8085ECB3-AA1C-45B1-AD71-B5EB5B9BD8F9}" destId="{00901887-58E9-40A4-864F-FEFCA0BB2618}" srcOrd="0" destOrd="0" presId="urn:microsoft.com/office/officeart/2005/8/layout/process4"/>
    <dgm:cxn modelId="{822BB72A-9ECD-41D1-90AB-BDEA6D17B111}" srcId="{8DB4D43A-029C-41E9-BB6F-DAF6DB9CB062}" destId="{787A6AB8-5263-4B47-BC94-B5866175664F}" srcOrd="0" destOrd="0" parTransId="{6ABF48AE-47EA-492A-ACA4-01C6FA3B18A5}" sibTransId="{0E24B37D-F536-48CC-8A0B-E2265B280F99}"/>
    <dgm:cxn modelId="{5FE6782D-7BF3-4FC9-8086-C97CDE36A6D7}" srcId="{8DB4D43A-029C-41E9-BB6F-DAF6DB9CB062}" destId="{C451BE04-42DC-48D2-AC31-AEE35614F999}" srcOrd="2" destOrd="0" parTransId="{2CFF0514-B73F-42D4-BA6F-E28C4FAC84F1}" sibTransId="{1541E310-8506-4708-B17C-D4C40747E222}"/>
    <dgm:cxn modelId="{C6F1383B-2397-46BE-8969-7C40E0771BE9}" type="presOf" srcId="{8DB4D43A-029C-41E9-BB6F-DAF6DB9CB062}" destId="{5FADC117-51F4-43F5-B836-D818E2B2851D}" srcOrd="0" destOrd="0" presId="urn:microsoft.com/office/officeart/2005/8/layout/process4"/>
    <dgm:cxn modelId="{753E8D5F-5588-47A9-8F04-AFE22F2B9047}" type="presOf" srcId="{E6DD2C72-B681-434B-9F56-DCC4A81EA2F0}" destId="{70C23764-DC89-404E-B498-38B6F4F98402}" srcOrd="0" destOrd="0" presId="urn:microsoft.com/office/officeart/2005/8/layout/process4"/>
    <dgm:cxn modelId="{0971A961-E04E-417E-99FF-AEE1CC782D22}" type="presOf" srcId="{787A6AB8-5263-4B47-BC94-B5866175664F}" destId="{8BE48DEE-86E1-41E8-9210-882113B3BAA8}" srcOrd="0" destOrd="0" presId="urn:microsoft.com/office/officeart/2005/8/layout/process4"/>
    <dgm:cxn modelId="{3052654A-908B-4161-8C2A-C4C0A603C263}" type="presOf" srcId="{45138714-0C03-40A7-BF30-FD766C0B4F29}" destId="{52945127-3D9A-46D6-8360-2E51005D74D8}" srcOrd="0" destOrd="0" presId="urn:microsoft.com/office/officeart/2005/8/layout/process4"/>
    <dgm:cxn modelId="{B452534E-8956-4EA1-926B-1A528241F3B0}" srcId="{8DB4D43A-029C-41E9-BB6F-DAF6DB9CB062}" destId="{45138714-0C03-40A7-BF30-FD766C0B4F29}" srcOrd="1" destOrd="0" parTransId="{FD3E9B97-647A-4DA4-9D4E-F0D6324C1B55}" sibTransId="{EA593A93-7488-4E69-9F07-F6768FC94861}"/>
    <dgm:cxn modelId="{4BAE1D73-56DF-45A7-A2CC-0DD86BA5CA46}" srcId="{8DB4D43A-029C-41E9-BB6F-DAF6DB9CB062}" destId="{9EEF2E6E-0973-496B-98A0-1A33D284D814}" srcOrd="3" destOrd="0" parTransId="{5D3B5168-2D57-40E9-B92D-F0967D4DC0E7}" sibTransId="{21465149-46FC-4995-9544-9075300F6A97}"/>
    <dgm:cxn modelId="{366C64A9-D4B4-4514-BDCF-B4DEA559128A}" type="presOf" srcId="{F9BD28F0-4352-4B55-9A6C-88E581CD2D21}" destId="{23DDC54E-5F88-410A-9A3D-CB7D76F1E78D}" srcOrd="0" destOrd="0" presId="urn:microsoft.com/office/officeart/2005/8/layout/process4"/>
    <dgm:cxn modelId="{75CA18B0-BF9F-46B2-9A15-8FEEC23A2E96}" type="presOf" srcId="{9EEF2E6E-0973-496B-98A0-1A33D284D814}" destId="{174EC210-66EC-4202-9ED5-697D5F94D8ED}" srcOrd="0" destOrd="0" presId="urn:microsoft.com/office/officeart/2005/8/layout/process4"/>
    <dgm:cxn modelId="{0C1D66EC-14AB-4FCB-99B1-07111DCF3377}" type="presOf" srcId="{C451BE04-42DC-48D2-AC31-AEE35614F999}" destId="{5DA6F8BE-EC99-48AE-9485-9E3EC52C3476}" srcOrd="0" destOrd="0" presId="urn:microsoft.com/office/officeart/2005/8/layout/process4"/>
    <dgm:cxn modelId="{12343EF2-5042-4C9B-B754-1EBD97FDDD59}" srcId="{F9BD28F0-4352-4B55-9A6C-88E581CD2D21}" destId="{E6DD2C72-B681-434B-9F56-DCC4A81EA2F0}" srcOrd="0" destOrd="0" parTransId="{4F86B9CE-A38B-4EB2-9FED-A0DE05DD7DD5}" sibTransId="{F9EFEA24-EFF4-40B6-818A-30432D32B044}"/>
    <dgm:cxn modelId="{91DB00F6-E522-48F8-924F-E49C82F35F26}" srcId="{F9BD28F0-4352-4B55-9A6C-88E581CD2D21}" destId="{8DB4D43A-029C-41E9-BB6F-DAF6DB9CB062}" srcOrd="1" destOrd="0" parTransId="{FF0CCA50-9B5B-4414-8F6A-A08FE0F87BE6}" sibTransId="{C1065DC0-71B7-4C2D-8196-E64ECBF724C0}"/>
    <dgm:cxn modelId="{28B7EB70-2ADC-4190-B386-FA34CAF58155}" type="presParOf" srcId="{23DDC54E-5F88-410A-9A3D-CB7D76F1E78D}" destId="{4937C303-6BA4-4C16-A65F-ADE9B9CEBF32}" srcOrd="0" destOrd="0" presId="urn:microsoft.com/office/officeart/2005/8/layout/process4"/>
    <dgm:cxn modelId="{F9BE5F81-41E0-4E07-A581-A360FD0DB1D4}" type="presParOf" srcId="{4937C303-6BA4-4C16-A65F-ADE9B9CEBF32}" destId="{00901887-58E9-40A4-864F-FEFCA0BB2618}" srcOrd="0" destOrd="0" presId="urn:microsoft.com/office/officeart/2005/8/layout/process4"/>
    <dgm:cxn modelId="{5BC56916-3D5B-4B83-AFA1-2D6D60D93E7B}" type="presParOf" srcId="{23DDC54E-5F88-410A-9A3D-CB7D76F1E78D}" destId="{A06CAE77-D293-4B3B-A77A-C074D122A767}" srcOrd="1" destOrd="0" presId="urn:microsoft.com/office/officeart/2005/8/layout/process4"/>
    <dgm:cxn modelId="{E62515E6-102B-4E80-B5D9-3C6F41FA375F}" type="presParOf" srcId="{23DDC54E-5F88-410A-9A3D-CB7D76F1E78D}" destId="{CECFB354-71A1-4875-9387-5E2BB0891BBE}" srcOrd="2" destOrd="0" presId="urn:microsoft.com/office/officeart/2005/8/layout/process4"/>
    <dgm:cxn modelId="{5BDD6C29-4AFF-437D-B18F-C6EABACE2E81}" type="presParOf" srcId="{CECFB354-71A1-4875-9387-5E2BB0891BBE}" destId="{5FADC117-51F4-43F5-B836-D818E2B2851D}" srcOrd="0" destOrd="0" presId="urn:microsoft.com/office/officeart/2005/8/layout/process4"/>
    <dgm:cxn modelId="{53D2CD43-898F-422A-BA1C-DBB9F1C59E4D}" type="presParOf" srcId="{CECFB354-71A1-4875-9387-5E2BB0891BBE}" destId="{A576D966-8241-4239-A42F-E8125250E347}" srcOrd="1" destOrd="0" presId="urn:microsoft.com/office/officeart/2005/8/layout/process4"/>
    <dgm:cxn modelId="{33345578-1505-48DF-818A-DB09351A5FED}" type="presParOf" srcId="{CECFB354-71A1-4875-9387-5E2BB0891BBE}" destId="{AA0BFDAD-4BD5-41F1-B4ED-061F4D17E1F8}" srcOrd="2" destOrd="0" presId="urn:microsoft.com/office/officeart/2005/8/layout/process4"/>
    <dgm:cxn modelId="{726FE04A-D6A8-4B20-8A1D-7322C2AFC964}" type="presParOf" srcId="{AA0BFDAD-4BD5-41F1-B4ED-061F4D17E1F8}" destId="{8BE48DEE-86E1-41E8-9210-882113B3BAA8}" srcOrd="0" destOrd="0" presId="urn:microsoft.com/office/officeart/2005/8/layout/process4"/>
    <dgm:cxn modelId="{B4994DDA-3772-4202-AECB-3D2CDCDE22BF}" type="presParOf" srcId="{AA0BFDAD-4BD5-41F1-B4ED-061F4D17E1F8}" destId="{52945127-3D9A-46D6-8360-2E51005D74D8}" srcOrd="1" destOrd="0" presId="urn:microsoft.com/office/officeart/2005/8/layout/process4"/>
    <dgm:cxn modelId="{948DA9E4-DA72-46C4-BF26-0B9457F994F2}" type="presParOf" srcId="{AA0BFDAD-4BD5-41F1-B4ED-061F4D17E1F8}" destId="{5DA6F8BE-EC99-48AE-9485-9E3EC52C3476}" srcOrd="2" destOrd="0" presId="urn:microsoft.com/office/officeart/2005/8/layout/process4"/>
    <dgm:cxn modelId="{D2D3534E-BE7B-4591-B1FA-C3609EA2C7C9}" type="presParOf" srcId="{AA0BFDAD-4BD5-41F1-B4ED-061F4D17E1F8}" destId="{174EC210-66EC-4202-9ED5-697D5F94D8ED}" srcOrd="3" destOrd="0" presId="urn:microsoft.com/office/officeart/2005/8/layout/process4"/>
    <dgm:cxn modelId="{EC34F2A8-CA21-4325-8CF5-9AFA9F76ADD1}" type="presParOf" srcId="{23DDC54E-5F88-410A-9A3D-CB7D76F1E78D}" destId="{F7B9B0D0-66D5-46DD-8E8C-02896AB6CDE9}" srcOrd="3" destOrd="0" presId="urn:microsoft.com/office/officeart/2005/8/layout/process4"/>
    <dgm:cxn modelId="{73AF459A-B85D-4D56-ABE7-126A5DF4FD91}" type="presParOf" srcId="{23DDC54E-5F88-410A-9A3D-CB7D76F1E78D}" destId="{E6FA5C31-EE66-4984-8149-8CE69274F3BB}" srcOrd="4" destOrd="0" presId="urn:microsoft.com/office/officeart/2005/8/layout/process4"/>
    <dgm:cxn modelId="{8278E72B-1932-4D83-B9B1-3DDA1603E988}" type="presParOf" srcId="{E6FA5C31-EE66-4984-8149-8CE69274F3BB}" destId="{70C23764-DC89-404E-B498-38B6F4F9840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03FD6A-9B81-4057-871D-64A5BF16FE7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4E2AC3-BA51-4727-83B9-F5CD9819BBAA}">
      <dgm:prSet/>
      <dgm:spPr/>
      <dgm:t>
        <a:bodyPr/>
        <a:lstStyle/>
        <a:p>
          <a:r>
            <a:rPr lang="en-US" b="1"/>
            <a:t>Complete Implementation:</a:t>
          </a:r>
          <a:r>
            <a:rPr lang="en-US"/>
            <a:t> Encoding &amp; decoding in one tool</a:t>
          </a:r>
        </a:p>
      </dgm:t>
    </dgm:pt>
    <dgm:pt modelId="{BE2B197D-143E-4777-A164-144A8C6A7E1B}" type="parTrans" cxnId="{6DE61C7C-46C5-41FE-9DF6-7AB7A3C763E1}">
      <dgm:prSet/>
      <dgm:spPr/>
      <dgm:t>
        <a:bodyPr/>
        <a:lstStyle/>
        <a:p>
          <a:endParaRPr lang="en-US"/>
        </a:p>
      </dgm:t>
    </dgm:pt>
    <dgm:pt modelId="{B988FFAD-F039-4E02-9585-B0C92B4B7DE5}" type="sibTrans" cxnId="{6DE61C7C-46C5-41FE-9DF6-7AB7A3C763E1}">
      <dgm:prSet/>
      <dgm:spPr/>
      <dgm:t>
        <a:bodyPr/>
        <a:lstStyle/>
        <a:p>
          <a:endParaRPr lang="en-US"/>
        </a:p>
      </dgm:t>
    </dgm:pt>
    <dgm:pt modelId="{1454D62B-854E-4036-873F-9001B0CCA8A0}">
      <dgm:prSet/>
      <dgm:spPr/>
      <dgm:t>
        <a:bodyPr/>
        <a:lstStyle/>
        <a:p>
          <a:r>
            <a:rPr lang="en-US" b="1"/>
            <a:t>Input Validation:</a:t>
          </a:r>
          <a:endParaRPr lang="en-US"/>
        </a:p>
      </dgm:t>
    </dgm:pt>
    <dgm:pt modelId="{28C90121-13F2-4A10-B39C-94A007B85A1B}" type="parTrans" cxnId="{DDCBBBA7-03D0-400E-8AA5-8FED7C037A75}">
      <dgm:prSet/>
      <dgm:spPr/>
      <dgm:t>
        <a:bodyPr/>
        <a:lstStyle/>
        <a:p>
          <a:endParaRPr lang="en-US"/>
        </a:p>
      </dgm:t>
    </dgm:pt>
    <dgm:pt modelId="{96E9E815-268C-412E-9061-D4F05DC72D1A}" type="sibTrans" cxnId="{DDCBBBA7-03D0-400E-8AA5-8FED7C037A75}">
      <dgm:prSet/>
      <dgm:spPr/>
      <dgm:t>
        <a:bodyPr/>
        <a:lstStyle/>
        <a:p>
          <a:endParaRPr lang="en-US"/>
        </a:p>
      </dgm:t>
    </dgm:pt>
    <dgm:pt modelId="{2DC9623E-5951-4B52-A49F-4072754AA3BC}">
      <dgm:prSet/>
      <dgm:spPr/>
      <dgm:t>
        <a:bodyPr/>
        <a:lstStyle/>
        <a:p>
          <a:r>
            <a:rPr lang="en-US"/>
            <a:t>ASCII character checking</a:t>
          </a:r>
        </a:p>
      </dgm:t>
    </dgm:pt>
    <dgm:pt modelId="{228B496A-7118-4D19-ACA2-E6910172ABF2}" type="parTrans" cxnId="{007BC2EB-3A48-4D85-8B9F-A58862AB387A}">
      <dgm:prSet/>
      <dgm:spPr/>
      <dgm:t>
        <a:bodyPr/>
        <a:lstStyle/>
        <a:p>
          <a:endParaRPr lang="en-US"/>
        </a:p>
      </dgm:t>
    </dgm:pt>
    <dgm:pt modelId="{4C492152-2CC9-4365-B911-192FF595D585}" type="sibTrans" cxnId="{007BC2EB-3A48-4D85-8B9F-A58862AB387A}">
      <dgm:prSet/>
      <dgm:spPr/>
      <dgm:t>
        <a:bodyPr/>
        <a:lstStyle/>
        <a:p>
          <a:endParaRPr lang="en-US"/>
        </a:p>
      </dgm:t>
    </dgm:pt>
    <dgm:pt modelId="{FD341440-83FF-420A-B5D4-E980D0F98FA4}">
      <dgm:prSet/>
      <dgm:spPr/>
      <dgm:t>
        <a:bodyPr/>
        <a:lstStyle/>
        <a:p>
          <a:r>
            <a:rPr lang="en-US"/>
            <a:t>BMP format verification</a:t>
          </a:r>
        </a:p>
      </dgm:t>
    </dgm:pt>
    <dgm:pt modelId="{64DBB45A-9ED4-426A-A502-1B453D8688DF}" type="parTrans" cxnId="{0A5DC118-8762-4CFD-854E-6BC9E6584614}">
      <dgm:prSet/>
      <dgm:spPr/>
      <dgm:t>
        <a:bodyPr/>
        <a:lstStyle/>
        <a:p>
          <a:endParaRPr lang="en-US"/>
        </a:p>
      </dgm:t>
    </dgm:pt>
    <dgm:pt modelId="{44146D85-4097-4253-AF8D-1C771C49AD09}" type="sibTrans" cxnId="{0A5DC118-8762-4CFD-854E-6BC9E6584614}">
      <dgm:prSet/>
      <dgm:spPr/>
      <dgm:t>
        <a:bodyPr/>
        <a:lstStyle/>
        <a:p>
          <a:endParaRPr lang="en-US"/>
        </a:p>
      </dgm:t>
    </dgm:pt>
    <dgm:pt modelId="{F53BD5ED-64F4-486A-A92E-B5C993B6AC9F}">
      <dgm:prSet/>
      <dgm:spPr/>
      <dgm:t>
        <a:bodyPr/>
        <a:lstStyle/>
        <a:p>
          <a:r>
            <a:rPr lang="en-US"/>
            <a:t>Capacity checking</a:t>
          </a:r>
        </a:p>
      </dgm:t>
    </dgm:pt>
    <dgm:pt modelId="{A5146456-B63C-446B-9C9D-DDE2CBD6E2B8}" type="parTrans" cxnId="{B90511D0-EA2D-4845-B0BE-C110BFF97F12}">
      <dgm:prSet/>
      <dgm:spPr/>
      <dgm:t>
        <a:bodyPr/>
        <a:lstStyle/>
        <a:p>
          <a:endParaRPr lang="en-US"/>
        </a:p>
      </dgm:t>
    </dgm:pt>
    <dgm:pt modelId="{73DEB09E-FF76-4D9A-8686-965689258AB0}" type="sibTrans" cxnId="{B90511D0-EA2D-4845-B0BE-C110BFF97F12}">
      <dgm:prSet/>
      <dgm:spPr/>
      <dgm:t>
        <a:bodyPr/>
        <a:lstStyle/>
        <a:p>
          <a:endParaRPr lang="en-US"/>
        </a:p>
      </dgm:t>
    </dgm:pt>
    <dgm:pt modelId="{1663A62F-DBC8-46FB-BFD1-E98A09829A44}">
      <dgm:prSet/>
      <dgm:spPr/>
      <dgm:t>
        <a:bodyPr/>
        <a:lstStyle/>
        <a:p>
          <a:r>
            <a:rPr lang="en-US"/>
            <a:t>File existence checks</a:t>
          </a:r>
        </a:p>
      </dgm:t>
    </dgm:pt>
    <dgm:pt modelId="{8110B393-A1FA-43AB-A5E3-781EFD9CAF68}" type="parTrans" cxnId="{8C6E1877-ACAE-4CB1-8741-B5768CFA53EC}">
      <dgm:prSet/>
      <dgm:spPr/>
      <dgm:t>
        <a:bodyPr/>
        <a:lstStyle/>
        <a:p>
          <a:endParaRPr lang="en-US"/>
        </a:p>
      </dgm:t>
    </dgm:pt>
    <dgm:pt modelId="{FFAAD73E-8E97-4C40-9E67-8C7A5759E2DD}" type="sibTrans" cxnId="{8C6E1877-ACAE-4CB1-8741-B5768CFA53EC}">
      <dgm:prSet/>
      <dgm:spPr/>
      <dgm:t>
        <a:bodyPr/>
        <a:lstStyle/>
        <a:p>
          <a:endParaRPr lang="en-US"/>
        </a:p>
      </dgm:t>
    </dgm:pt>
    <dgm:pt modelId="{1230C617-F0F9-4603-A00C-9AC3AF45D5BB}">
      <dgm:prSet/>
      <dgm:spPr/>
      <dgm:t>
        <a:bodyPr/>
        <a:lstStyle/>
        <a:p>
          <a:r>
            <a:rPr lang="en-US" b="1"/>
            <a:t>Error Handling:</a:t>
          </a:r>
          <a:r>
            <a:rPr lang="en-US"/>
            <a:t> User-friendly error messages</a:t>
          </a:r>
        </a:p>
      </dgm:t>
    </dgm:pt>
    <dgm:pt modelId="{E4EEBA5C-DE26-4D86-A629-08E4F8BE1225}" type="parTrans" cxnId="{01B9B557-4EDF-4F7A-981A-2B684C38911D}">
      <dgm:prSet/>
      <dgm:spPr/>
      <dgm:t>
        <a:bodyPr/>
        <a:lstStyle/>
        <a:p>
          <a:endParaRPr lang="en-US"/>
        </a:p>
      </dgm:t>
    </dgm:pt>
    <dgm:pt modelId="{C9395F7E-B5CB-4CB7-B791-6AE1F5315496}" type="sibTrans" cxnId="{01B9B557-4EDF-4F7A-981A-2B684C38911D}">
      <dgm:prSet/>
      <dgm:spPr/>
      <dgm:t>
        <a:bodyPr/>
        <a:lstStyle/>
        <a:p>
          <a:endParaRPr lang="en-US"/>
        </a:p>
      </dgm:t>
    </dgm:pt>
    <dgm:pt modelId="{90EDB2ED-5DFD-4AEF-BD16-032CDB99D321}">
      <dgm:prSet/>
      <dgm:spPr/>
      <dgm:t>
        <a:bodyPr/>
        <a:lstStyle/>
        <a:p>
          <a:r>
            <a:rPr lang="en-US" b="1"/>
            <a:t>.txt File Support:</a:t>
          </a:r>
          <a:r>
            <a:rPr lang="en-US"/>
            <a:t> Can read messages from text files</a:t>
          </a:r>
        </a:p>
      </dgm:t>
    </dgm:pt>
    <dgm:pt modelId="{7C65C245-60FA-43EE-A6D6-412653248BAC}" type="parTrans" cxnId="{6D0F55AB-782A-414E-B929-3685F9201819}">
      <dgm:prSet/>
      <dgm:spPr/>
      <dgm:t>
        <a:bodyPr/>
        <a:lstStyle/>
        <a:p>
          <a:endParaRPr lang="en-US"/>
        </a:p>
      </dgm:t>
    </dgm:pt>
    <dgm:pt modelId="{19F36D33-7407-411E-A954-06CF263CEBF9}" type="sibTrans" cxnId="{6D0F55AB-782A-414E-B929-3685F9201819}">
      <dgm:prSet/>
      <dgm:spPr/>
      <dgm:t>
        <a:bodyPr/>
        <a:lstStyle/>
        <a:p>
          <a:endParaRPr lang="en-US"/>
        </a:p>
      </dgm:t>
    </dgm:pt>
    <dgm:pt modelId="{030B8992-8B85-4AB7-8096-CB1A45E55854}" type="pres">
      <dgm:prSet presAssocID="{E303FD6A-9B81-4057-871D-64A5BF16FE7C}" presName="linear" presStyleCnt="0">
        <dgm:presLayoutVars>
          <dgm:animLvl val="lvl"/>
          <dgm:resizeHandles val="exact"/>
        </dgm:presLayoutVars>
      </dgm:prSet>
      <dgm:spPr/>
    </dgm:pt>
    <dgm:pt modelId="{AF5BBF58-71A5-40AE-B1B6-FEA58B148934}" type="pres">
      <dgm:prSet presAssocID="{5E4E2AC3-BA51-4727-83B9-F5CD9819BB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2222C1-4F1A-4100-814E-A3125871BE89}" type="pres">
      <dgm:prSet presAssocID="{B988FFAD-F039-4E02-9585-B0C92B4B7DE5}" presName="spacer" presStyleCnt="0"/>
      <dgm:spPr/>
    </dgm:pt>
    <dgm:pt modelId="{23129A7A-3E78-477D-B6C1-DFEDDC63C431}" type="pres">
      <dgm:prSet presAssocID="{1454D62B-854E-4036-873F-9001B0CCA8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3FBA3A-BA11-4DA7-93E7-5E420D3F55E0}" type="pres">
      <dgm:prSet presAssocID="{1454D62B-854E-4036-873F-9001B0CCA8A0}" presName="childText" presStyleLbl="revTx" presStyleIdx="0" presStyleCnt="1">
        <dgm:presLayoutVars>
          <dgm:bulletEnabled val="1"/>
        </dgm:presLayoutVars>
      </dgm:prSet>
      <dgm:spPr/>
    </dgm:pt>
    <dgm:pt modelId="{5EBA436D-1BB5-4FD6-AD61-8522DCD71318}" type="pres">
      <dgm:prSet presAssocID="{1230C617-F0F9-4603-A00C-9AC3AF45D5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B5EC2A-0A0F-4CDA-9677-27159F3FBC93}" type="pres">
      <dgm:prSet presAssocID="{C9395F7E-B5CB-4CB7-B791-6AE1F5315496}" presName="spacer" presStyleCnt="0"/>
      <dgm:spPr/>
    </dgm:pt>
    <dgm:pt modelId="{FBDC8303-DF89-4FDC-B3D0-773F3175372A}" type="pres">
      <dgm:prSet presAssocID="{90EDB2ED-5DFD-4AEF-BD16-032CDB99D3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011011-EFE2-45B6-AFCE-4AA8816CECD3}" type="presOf" srcId="{1230C617-F0F9-4603-A00C-9AC3AF45D5BB}" destId="{5EBA436D-1BB5-4FD6-AD61-8522DCD71318}" srcOrd="0" destOrd="0" presId="urn:microsoft.com/office/officeart/2005/8/layout/vList2"/>
    <dgm:cxn modelId="{0A5DC118-8762-4CFD-854E-6BC9E6584614}" srcId="{1454D62B-854E-4036-873F-9001B0CCA8A0}" destId="{FD341440-83FF-420A-B5D4-E980D0F98FA4}" srcOrd="1" destOrd="0" parTransId="{64DBB45A-9ED4-426A-A502-1B453D8688DF}" sibTransId="{44146D85-4097-4253-AF8D-1C771C49AD09}"/>
    <dgm:cxn modelId="{62EDB821-86F9-4138-B2E9-79770D7416CC}" type="presOf" srcId="{1663A62F-DBC8-46FB-BFD1-E98A09829A44}" destId="{053FBA3A-BA11-4DA7-93E7-5E420D3F55E0}" srcOrd="0" destOrd="3" presId="urn:microsoft.com/office/officeart/2005/8/layout/vList2"/>
    <dgm:cxn modelId="{E48D374E-FFEC-4B7C-82E6-924E8585A97D}" type="presOf" srcId="{2DC9623E-5951-4B52-A49F-4072754AA3BC}" destId="{053FBA3A-BA11-4DA7-93E7-5E420D3F55E0}" srcOrd="0" destOrd="0" presId="urn:microsoft.com/office/officeart/2005/8/layout/vList2"/>
    <dgm:cxn modelId="{8C6E1877-ACAE-4CB1-8741-B5768CFA53EC}" srcId="{1454D62B-854E-4036-873F-9001B0CCA8A0}" destId="{1663A62F-DBC8-46FB-BFD1-E98A09829A44}" srcOrd="3" destOrd="0" parTransId="{8110B393-A1FA-43AB-A5E3-781EFD9CAF68}" sibTransId="{FFAAD73E-8E97-4C40-9E67-8C7A5759E2DD}"/>
    <dgm:cxn modelId="{01B9B557-4EDF-4F7A-981A-2B684C38911D}" srcId="{E303FD6A-9B81-4057-871D-64A5BF16FE7C}" destId="{1230C617-F0F9-4603-A00C-9AC3AF45D5BB}" srcOrd="2" destOrd="0" parTransId="{E4EEBA5C-DE26-4D86-A629-08E4F8BE1225}" sibTransId="{C9395F7E-B5CB-4CB7-B791-6AE1F5315496}"/>
    <dgm:cxn modelId="{B970F959-76FA-4026-B4E6-4B756B2D54B5}" type="presOf" srcId="{FD341440-83FF-420A-B5D4-E980D0F98FA4}" destId="{053FBA3A-BA11-4DA7-93E7-5E420D3F55E0}" srcOrd="0" destOrd="1" presId="urn:microsoft.com/office/officeart/2005/8/layout/vList2"/>
    <dgm:cxn modelId="{6DE61C7C-46C5-41FE-9DF6-7AB7A3C763E1}" srcId="{E303FD6A-9B81-4057-871D-64A5BF16FE7C}" destId="{5E4E2AC3-BA51-4727-83B9-F5CD9819BBAA}" srcOrd="0" destOrd="0" parTransId="{BE2B197D-143E-4777-A164-144A8C6A7E1B}" sibTransId="{B988FFAD-F039-4E02-9585-B0C92B4B7DE5}"/>
    <dgm:cxn modelId="{135A4B8D-AB1A-4817-A2B6-AA267D8428CF}" type="presOf" srcId="{F53BD5ED-64F4-486A-A92E-B5C993B6AC9F}" destId="{053FBA3A-BA11-4DA7-93E7-5E420D3F55E0}" srcOrd="0" destOrd="2" presId="urn:microsoft.com/office/officeart/2005/8/layout/vList2"/>
    <dgm:cxn modelId="{DDCBBBA7-03D0-400E-8AA5-8FED7C037A75}" srcId="{E303FD6A-9B81-4057-871D-64A5BF16FE7C}" destId="{1454D62B-854E-4036-873F-9001B0CCA8A0}" srcOrd="1" destOrd="0" parTransId="{28C90121-13F2-4A10-B39C-94A007B85A1B}" sibTransId="{96E9E815-268C-412E-9061-D4F05DC72D1A}"/>
    <dgm:cxn modelId="{7FC0C1A9-8302-48EB-95F9-D0A5EB43AB3A}" type="presOf" srcId="{90EDB2ED-5DFD-4AEF-BD16-032CDB99D321}" destId="{FBDC8303-DF89-4FDC-B3D0-773F3175372A}" srcOrd="0" destOrd="0" presId="urn:microsoft.com/office/officeart/2005/8/layout/vList2"/>
    <dgm:cxn modelId="{6D0F55AB-782A-414E-B929-3685F9201819}" srcId="{E303FD6A-9B81-4057-871D-64A5BF16FE7C}" destId="{90EDB2ED-5DFD-4AEF-BD16-032CDB99D321}" srcOrd="3" destOrd="0" parTransId="{7C65C245-60FA-43EE-A6D6-412653248BAC}" sibTransId="{19F36D33-7407-411E-A954-06CF263CEBF9}"/>
    <dgm:cxn modelId="{1F9A78AF-6531-4C53-8890-8A6843F685E8}" type="presOf" srcId="{5E4E2AC3-BA51-4727-83B9-F5CD9819BBAA}" destId="{AF5BBF58-71A5-40AE-B1B6-FEA58B148934}" srcOrd="0" destOrd="0" presId="urn:microsoft.com/office/officeart/2005/8/layout/vList2"/>
    <dgm:cxn modelId="{CAE148C2-6305-4CCE-A6AE-CCC3740819F0}" type="presOf" srcId="{E303FD6A-9B81-4057-871D-64A5BF16FE7C}" destId="{030B8992-8B85-4AB7-8096-CB1A45E55854}" srcOrd="0" destOrd="0" presId="urn:microsoft.com/office/officeart/2005/8/layout/vList2"/>
    <dgm:cxn modelId="{B8EC33CC-E584-4AAA-B036-A49185F7B3C9}" type="presOf" srcId="{1454D62B-854E-4036-873F-9001B0CCA8A0}" destId="{23129A7A-3E78-477D-B6C1-DFEDDC63C431}" srcOrd="0" destOrd="0" presId="urn:microsoft.com/office/officeart/2005/8/layout/vList2"/>
    <dgm:cxn modelId="{B90511D0-EA2D-4845-B0BE-C110BFF97F12}" srcId="{1454D62B-854E-4036-873F-9001B0CCA8A0}" destId="{F53BD5ED-64F4-486A-A92E-B5C993B6AC9F}" srcOrd="2" destOrd="0" parTransId="{A5146456-B63C-446B-9C9D-DDE2CBD6E2B8}" sibTransId="{73DEB09E-FF76-4D9A-8686-965689258AB0}"/>
    <dgm:cxn modelId="{007BC2EB-3A48-4D85-8B9F-A58862AB387A}" srcId="{1454D62B-854E-4036-873F-9001B0CCA8A0}" destId="{2DC9623E-5951-4B52-A49F-4072754AA3BC}" srcOrd="0" destOrd="0" parTransId="{228B496A-7118-4D19-ACA2-E6910172ABF2}" sibTransId="{4C492152-2CC9-4365-B911-192FF595D585}"/>
    <dgm:cxn modelId="{A3A5FC46-1DFE-480A-B365-1FBFF5D79AD4}" type="presParOf" srcId="{030B8992-8B85-4AB7-8096-CB1A45E55854}" destId="{AF5BBF58-71A5-40AE-B1B6-FEA58B148934}" srcOrd="0" destOrd="0" presId="urn:microsoft.com/office/officeart/2005/8/layout/vList2"/>
    <dgm:cxn modelId="{C0289A67-0AE7-4E3A-9E6E-B191CC3A05C1}" type="presParOf" srcId="{030B8992-8B85-4AB7-8096-CB1A45E55854}" destId="{A92222C1-4F1A-4100-814E-A3125871BE89}" srcOrd="1" destOrd="0" presId="urn:microsoft.com/office/officeart/2005/8/layout/vList2"/>
    <dgm:cxn modelId="{9E1FF32E-CAEC-4205-82A4-0B95DE41B2EF}" type="presParOf" srcId="{030B8992-8B85-4AB7-8096-CB1A45E55854}" destId="{23129A7A-3E78-477D-B6C1-DFEDDC63C431}" srcOrd="2" destOrd="0" presId="urn:microsoft.com/office/officeart/2005/8/layout/vList2"/>
    <dgm:cxn modelId="{31A03F43-D5C3-4491-AC1E-E9FF9CA0B17C}" type="presParOf" srcId="{030B8992-8B85-4AB7-8096-CB1A45E55854}" destId="{053FBA3A-BA11-4DA7-93E7-5E420D3F55E0}" srcOrd="3" destOrd="0" presId="urn:microsoft.com/office/officeart/2005/8/layout/vList2"/>
    <dgm:cxn modelId="{D41BC433-D0B0-4835-BCCA-16EDAD5ADF33}" type="presParOf" srcId="{030B8992-8B85-4AB7-8096-CB1A45E55854}" destId="{5EBA436D-1BB5-4FD6-AD61-8522DCD71318}" srcOrd="4" destOrd="0" presId="urn:microsoft.com/office/officeart/2005/8/layout/vList2"/>
    <dgm:cxn modelId="{9E439D71-BA39-48B3-A0C0-9071338D181F}" type="presParOf" srcId="{030B8992-8B85-4AB7-8096-CB1A45E55854}" destId="{2CB5EC2A-0A0F-4CDA-9677-27159F3FBC93}" srcOrd="5" destOrd="0" presId="urn:microsoft.com/office/officeart/2005/8/layout/vList2"/>
    <dgm:cxn modelId="{DFDC406F-8CD0-4434-A72A-74E17CC70EE1}" type="presParOf" srcId="{030B8992-8B85-4AB7-8096-CB1A45E55854}" destId="{FBDC8303-DF89-4FDC-B3D0-773F317537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BAC8AF-05B9-47E9-B6FD-8561CFB308F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BF4094-A415-48BA-9675-84209978D58B}">
      <dgm:prSet/>
      <dgm:spPr/>
      <dgm:t>
        <a:bodyPr/>
        <a:lstStyle/>
        <a:p>
          <a:r>
            <a:rPr lang="en-US" b="1"/>
            <a:t>Pure Python:</a:t>
          </a:r>
          <a:r>
            <a:rPr lang="en-US"/>
            <a:t> No external dependencies</a:t>
          </a:r>
        </a:p>
      </dgm:t>
    </dgm:pt>
    <dgm:pt modelId="{3D19737D-64B1-49AA-85E3-1FD1572838EC}" type="parTrans" cxnId="{8FADC6D8-C647-430A-ADFC-A9EB77146C2C}">
      <dgm:prSet/>
      <dgm:spPr/>
      <dgm:t>
        <a:bodyPr/>
        <a:lstStyle/>
        <a:p>
          <a:endParaRPr lang="en-US"/>
        </a:p>
      </dgm:t>
    </dgm:pt>
    <dgm:pt modelId="{28D69C05-6D6C-444F-8536-6BE13CAC1DAC}" type="sibTrans" cxnId="{8FADC6D8-C647-430A-ADFC-A9EB77146C2C}">
      <dgm:prSet/>
      <dgm:spPr/>
      <dgm:t>
        <a:bodyPr/>
        <a:lstStyle/>
        <a:p>
          <a:endParaRPr lang="en-US"/>
        </a:p>
      </dgm:t>
    </dgm:pt>
    <dgm:pt modelId="{25730A77-EA89-4A30-AD17-C456B38EE53E}">
      <dgm:prSet/>
      <dgm:spPr/>
      <dgm:t>
        <a:bodyPr/>
        <a:lstStyle/>
        <a:p>
          <a:r>
            <a:rPr lang="en-US" b="1"/>
            <a:t>Key Functions:</a:t>
          </a:r>
          <a:endParaRPr lang="en-US"/>
        </a:p>
      </dgm:t>
    </dgm:pt>
    <dgm:pt modelId="{FC5E246D-0820-4A3F-AF1B-4762604753AE}" type="parTrans" cxnId="{56D4C65A-E95D-4D5F-A712-3EB8526BC664}">
      <dgm:prSet/>
      <dgm:spPr/>
      <dgm:t>
        <a:bodyPr/>
        <a:lstStyle/>
        <a:p>
          <a:endParaRPr lang="en-US"/>
        </a:p>
      </dgm:t>
    </dgm:pt>
    <dgm:pt modelId="{F50A5590-1E24-4393-BF17-B6FD420D6D7A}" type="sibTrans" cxnId="{56D4C65A-E95D-4D5F-A712-3EB8526BC664}">
      <dgm:prSet/>
      <dgm:spPr/>
      <dgm:t>
        <a:bodyPr/>
        <a:lstStyle/>
        <a:p>
          <a:endParaRPr lang="en-US"/>
        </a:p>
      </dgm:t>
    </dgm:pt>
    <dgm:pt modelId="{65CB7E01-B866-48D9-9704-2917EC50D772}">
      <dgm:prSet/>
      <dgm:spPr/>
      <dgm:t>
        <a:bodyPr/>
        <a:lstStyle/>
        <a:p>
          <a:r>
            <a:rPr lang="en-US" dirty="0" err="1"/>
            <a:t>stega_encode</a:t>
          </a:r>
          <a:r>
            <a:rPr lang="en-US" dirty="0"/>
            <a:t>(): Hides message in image</a:t>
          </a:r>
        </a:p>
      </dgm:t>
    </dgm:pt>
    <dgm:pt modelId="{E375D710-5BFB-4C63-A607-B456C81673A2}" type="parTrans" cxnId="{411B173E-D00D-49A6-98C7-3B771F4E9BD0}">
      <dgm:prSet/>
      <dgm:spPr/>
      <dgm:t>
        <a:bodyPr/>
        <a:lstStyle/>
        <a:p>
          <a:endParaRPr lang="en-US"/>
        </a:p>
      </dgm:t>
    </dgm:pt>
    <dgm:pt modelId="{6B5F6130-E382-4A7C-8027-826A2FEC4F87}" type="sibTrans" cxnId="{411B173E-D00D-49A6-98C7-3B771F4E9BD0}">
      <dgm:prSet/>
      <dgm:spPr/>
      <dgm:t>
        <a:bodyPr/>
        <a:lstStyle/>
        <a:p>
          <a:endParaRPr lang="en-US"/>
        </a:p>
      </dgm:t>
    </dgm:pt>
    <dgm:pt modelId="{2EBEF423-4AF7-42C6-8B24-2DFEE1583B2E}">
      <dgm:prSet/>
      <dgm:spPr/>
      <dgm:t>
        <a:bodyPr/>
        <a:lstStyle/>
        <a:p>
          <a:r>
            <a:rPr lang="en-US"/>
            <a:t>stega_decode(): Extracts hidden message</a:t>
          </a:r>
        </a:p>
      </dgm:t>
    </dgm:pt>
    <dgm:pt modelId="{506E03AD-0F48-4DA4-9258-0B49AC20A14A}" type="parTrans" cxnId="{938198B7-F281-4C34-A666-B8532E78BD52}">
      <dgm:prSet/>
      <dgm:spPr/>
      <dgm:t>
        <a:bodyPr/>
        <a:lstStyle/>
        <a:p>
          <a:endParaRPr lang="en-US"/>
        </a:p>
      </dgm:t>
    </dgm:pt>
    <dgm:pt modelId="{10EC279B-EB1D-4A9B-96DE-8A463540BAB0}" type="sibTrans" cxnId="{938198B7-F281-4C34-A666-B8532E78BD52}">
      <dgm:prSet/>
      <dgm:spPr/>
      <dgm:t>
        <a:bodyPr/>
        <a:lstStyle/>
        <a:p>
          <a:endParaRPr lang="en-US"/>
        </a:p>
      </dgm:t>
    </dgm:pt>
    <dgm:pt modelId="{CBF8B5E6-3EBB-4B46-AA88-B0ED3C2E10D8}">
      <dgm:prSet/>
      <dgm:spPr/>
      <dgm:t>
        <a:bodyPr/>
        <a:lstStyle/>
        <a:p>
          <a:r>
            <a:rPr lang="en-US" dirty="0" err="1"/>
            <a:t>user_interface</a:t>
          </a:r>
          <a:r>
            <a:rPr lang="en-US" dirty="0"/>
            <a:t>(): for interaction</a:t>
          </a:r>
        </a:p>
      </dgm:t>
    </dgm:pt>
    <dgm:pt modelId="{9BC89B47-A9E6-4A8E-9DDB-D1FD7458F00B}" type="parTrans" cxnId="{3E24DEFE-1173-4E35-92B6-7F3B7AFFB05E}">
      <dgm:prSet/>
      <dgm:spPr/>
      <dgm:t>
        <a:bodyPr/>
        <a:lstStyle/>
        <a:p>
          <a:endParaRPr lang="en-US"/>
        </a:p>
      </dgm:t>
    </dgm:pt>
    <dgm:pt modelId="{3751D716-C4EA-44A5-811F-070AD38C0E8B}" type="sibTrans" cxnId="{3E24DEFE-1173-4E35-92B6-7F3B7AFFB05E}">
      <dgm:prSet/>
      <dgm:spPr/>
      <dgm:t>
        <a:bodyPr/>
        <a:lstStyle/>
        <a:p>
          <a:endParaRPr lang="en-US"/>
        </a:p>
      </dgm:t>
    </dgm:pt>
    <dgm:pt modelId="{EEB287BA-5931-44AF-A7A8-2ED5F41448B5}">
      <dgm:prSet/>
      <dgm:spPr/>
      <dgm:t>
        <a:bodyPr/>
        <a:lstStyle/>
        <a:p>
          <a:r>
            <a:rPr lang="en-US" b="1"/>
            <a:t>File Operations:</a:t>
          </a:r>
          <a:r>
            <a:rPr lang="en-US"/>
            <a:t> Binary read/write operations</a:t>
          </a:r>
        </a:p>
      </dgm:t>
    </dgm:pt>
    <dgm:pt modelId="{8F52D74B-9879-42D4-BBDF-F100A7E81175}" type="parTrans" cxnId="{277BD95C-EE9E-40A3-ACAB-6B4C06844C68}">
      <dgm:prSet/>
      <dgm:spPr/>
      <dgm:t>
        <a:bodyPr/>
        <a:lstStyle/>
        <a:p>
          <a:endParaRPr lang="en-US"/>
        </a:p>
      </dgm:t>
    </dgm:pt>
    <dgm:pt modelId="{06720F37-7D5B-423B-83E6-888F8BE566A8}" type="sibTrans" cxnId="{277BD95C-EE9E-40A3-ACAB-6B4C06844C68}">
      <dgm:prSet/>
      <dgm:spPr/>
      <dgm:t>
        <a:bodyPr/>
        <a:lstStyle/>
        <a:p>
          <a:endParaRPr lang="en-US"/>
        </a:p>
      </dgm:t>
    </dgm:pt>
    <dgm:pt modelId="{3409B138-AB94-4D57-BF46-AF6FCC00ECD8}" type="pres">
      <dgm:prSet presAssocID="{F6BAC8AF-05B9-47E9-B6FD-8561CFB308F1}" presName="linear" presStyleCnt="0">
        <dgm:presLayoutVars>
          <dgm:animLvl val="lvl"/>
          <dgm:resizeHandles val="exact"/>
        </dgm:presLayoutVars>
      </dgm:prSet>
      <dgm:spPr/>
    </dgm:pt>
    <dgm:pt modelId="{A556504C-F671-440C-AD1C-A530DD15742C}" type="pres">
      <dgm:prSet presAssocID="{72BF4094-A415-48BA-9675-84209978D58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104AEC-3154-483D-AD00-74A70E7BADB4}" type="pres">
      <dgm:prSet presAssocID="{28D69C05-6D6C-444F-8536-6BE13CAC1DAC}" presName="spacer" presStyleCnt="0"/>
      <dgm:spPr/>
    </dgm:pt>
    <dgm:pt modelId="{BCE874ED-DAC0-444F-AC38-4CE0AA492972}" type="pres">
      <dgm:prSet presAssocID="{25730A77-EA89-4A30-AD17-C456B38EE5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5ED5912-9517-4BEB-A532-9B8C81F03542}" type="pres">
      <dgm:prSet presAssocID="{25730A77-EA89-4A30-AD17-C456B38EE53E}" presName="childText" presStyleLbl="revTx" presStyleIdx="0" presStyleCnt="1">
        <dgm:presLayoutVars>
          <dgm:bulletEnabled val="1"/>
        </dgm:presLayoutVars>
      </dgm:prSet>
      <dgm:spPr/>
    </dgm:pt>
    <dgm:pt modelId="{52E65107-D827-4CD8-94C4-4C51A57119DC}" type="pres">
      <dgm:prSet presAssocID="{EEB287BA-5931-44AF-A7A8-2ED5F41448B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69E9128-EC5B-4DBA-9CC3-390F8543891D}" type="presOf" srcId="{2EBEF423-4AF7-42C6-8B24-2DFEE1583B2E}" destId="{35ED5912-9517-4BEB-A532-9B8C81F03542}" srcOrd="0" destOrd="1" presId="urn:microsoft.com/office/officeart/2005/8/layout/vList2"/>
    <dgm:cxn modelId="{411B173E-D00D-49A6-98C7-3B771F4E9BD0}" srcId="{25730A77-EA89-4A30-AD17-C456B38EE53E}" destId="{65CB7E01-B866-48D9-9704-2917EC50D772}" srcOrd="0" destOrd="0" parTransId="{E375D710-5BFB-4C63-A607-B456C81673A2}" sibTransId="{6B5F6130-E382-4A7C-8027-826A2FEC4F87}"/>
    <dgm:cxn modelId="{277BD95C-EE9E-40A3-ACAB-6B4C06844C68}" srcId="{F6BAC8AF-05B9-47E9-B6FD-8561CFB308F1}" destId="{EEB287BA-5931-44AF-A7A8-2ED5F41448B5}" srcOrd="2" destOrd="0" parTransId="{8F52D74B-9879-42D4-BBDF-F100A7E81175}" sibTransId="{06720F37-7D5B-423B-83E6-888F8BE566A8}"/>
    <dgm:cxn modelId="{56D4C65A-E95D-4D5F-A712-3EB8526BC664}" srcId="{F6BAC8AF-05B9-47E9-B6FD-8561CFB308F1}" destId="{25730A77-EA89-4A30-AD17-C456B38EE53E}" srcOrd="1" destOrd="0" parTransId="{FC5E246D-0820-4A3F-AF1B-4762604753AE}" sibTransId="{F50A5590-1E24-4393-BF17-B6FD420D6D7A}"/>
    <dgm:cxn modelId="{A83A607E-ECF9-45EA-AB86-48D9EBFE1C32}" type="presOf" srcId="{65CB7E01-B866-48D9-9704-2917EC50D772}" destId="{35ED5912-9517-4BEB-A532-9B8C81F03542}" srcOrd="0" destOrd="0" presId="urn:microsoft.com/office/officeart/2005/8/layout/vList2"/>
    <dgm:cxn modelId="{E11C4E98-0066-4EF8-916E-5358337E9932}" type="presOf" srcId="{EEB287BA-5931-44AF-A7A8-2ED5F41448B5}" destId="{52E65107-D827-4CD8-94C4-4C51A57119DC}" srcOrd="0" destOrd="0" presId="urn:microsoft.com/office/officeart/2005/8/layout/vList2"/>
    <dgm:cxn modelId="{523B19A1-5B00-4B46-A235-2A6A1981D724}" type="presOf" srcId="{25730A77-EA89-4A30-AD17-C456B38EE53E}" destId="{BCE874ED-DAC0-444F-AC38-4CE0AA492972}" srcOrd="0" destOrd="0" presId="urn:microsoft.com/office/officeart/2005/8/layout/vList2"/>
    <dgm:cxn modelId="{573F6FA5-4B8B-4D78-94C4-A086C28B220D}" type="presOf" srcId="{F6BAC8AF-05B9-47E9-B6FD-8561CFB308F1}" destId="{3409B138-AB94-4D57-BF46-AF6FCC00ECD8}" srcOrd="0" destOrd="0" presId="urn:microsoft.com/office/officeart/2005/8/layout/vList2"/>
    <dgm:cxn modelId="{938198B7-F281-4C34-A666-B8532E78BD52}" srcId="{25730A77-EA89-4A30-AD17-C456B38EE53E}" destId="{2EBEF423-4AF7-42C6-8B24-2DFEE1583B2E}" srcOrd="1" destOrd="0" parTransId="{506E03AD-0F48-4DA4-9258-0B49AC20A14A}" sibTransId="{10EC279B-EB1D-4A9B-96DE-8A463540BAB0}"/>
    <dgm:cxn modelId="{6EE4AEBE-6C67-4E86-845A-B269FA096CEE}" type="presOf" srcId="{CBF8B5E6-3EBB-4B46-AA88-B0ED3C2E10D8}" destId="{35ED5912-9517-4BEB-A532-9B8C81F03542}" srcOrd="0" destOrd="2" presId="urn:microsoft.com/office/officeart/2005/8/layout/vList2"/>
    <dgm:cxn modelId="{7D4758CD-6340-4DCB-A5DB-1DF9C0D40085}" type="presOf" srcId="{72BF4094-A415-48BA-9675-84209978D58B}" destId="{A556504C-F671-440C-AD1C-A530DD15742C}" srcOrd="0" destOrd="0" presId="urn:microsoft.com/office/officeart/2005/8/layout/vList2"/>
    <dgm:cxn modelId="{8FADC6D8-C647-430A-ADFC-A9EB77146C2C}" srcId="{F6BAC8AF-05B9-47E9-B6FD-8561CFB308F1}" destId="{72BF4094-A415-48BA-9675-84209978D58B}" srcOrd="0" destOrd="0" parTransId="{3D19737D-64B1-49AA-85E3-1FD1572838EC}" sibTransId="{28D69C05-6D6C-444F-8536-6BE13CAC1DAC}"/>
    <dgm:cxn modelId="{3E24DEFE-1173-4E35-92B6-7F3B7AFFB05E}" srcId="{25730A77-EA89-4A30-AD17-C456B38EE53E}" destId="{CBF8B5E6-3EBB-4B46-AA88-B0ED3C2E10D8}" srcOrd="2" destOrd="0" parTransId="{9BC89B47-A9E6-4A8E-9DDB-D1FD7458F00B}" sibTransId="{3751D716-C4EA-44A5-811F-070AD38C0E8B}"/>
    <dgm:cxn modelId="{6F3A3B98-41BA-4F9A-9877-63F103824A15}" type="presParOf" srcId="{3409B138-AB94-4D57-BF46-AF6FCC00ECD8}" destId="{A556504C-F671-440C-AD1C-A530DD15742C}" srcOrd="0" destOrd="0" presId="urn:microsoft.com/office/officeart/2005/8/layout/vList2"/>
    <dgm:cxn modelId="{FA33667E-55ED-4B77-A0C3-2BBA7840305C}" type="presParOf" srcId="{3409B138-AB94-4D57-BF46-AF6FCC00ECD8}" destId="{A3104AEC-3154-483D-AD00-74A70E7BADB4}" srcOrd="1" destOrd="0" presId="urn:microsoft.com/office/officeart/2005/8/layout/vList2"/>
    <dgm:cxn modelId="{C37384CC-D6EC-4DFE-A369-AC0DD4AC96CA}" type="presParOf" srcId="{3409B138-AB94-4D57-BF46-AF6FCC00ECD8}" destId="{BCE874ED-DAC0-444F-AC38-4CE0AA492972}" srcOrd="2" destOrd="0" presId="urn:microsoft.com/office/officeart/2005/8/layout/vList2"/>
    <dgm:cxn modelId="{16237EC3-F00D-487C-89C6-A5D26FFADC16}" type="presParOf" srcId="{3409B138-AB94-4D57-BF46-AF6FCC00ECD8}" destId="{35ED5912-9517-4BEB-A532-9B8C81F03542}" srcOrd="3" destOrd="0" presId="urn:microsoft.com/office/officeart/2005/8/layout/vList2"/>
    <dgm:cxn modelId="{B82517D9-1C98-4281-A6E4-C4DD1D44FF3F}" type="presParOf" srcId="{3409B138-AB94-4D57-BF46-AF6FCC00ECD8}" destId="{52E65107-D827-4CD8-94C4-4C51A57119D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507DC-EE4D-48CB-8EF6-A97CE1E9F7E3}">
      <dsp:nvSpPr>
        <dsp:cNvPr id="0" name=""/>
        <dsp:cNvSpPr/>
      </dsp:nvSpPr>
      <dsp:spPr>
        <a:xfrm>
          <a:off x="483600" y="108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D3C60-44D4-467C-931E-61CC3AD12A58}">
      <dsp:nvSpPr>
        <dsp:cNvPr id="0" name=""/>
        <dsp:cNvSpPr/>
      </dsp:nvSpPr>
      <dsp:spPr>
        <a:xfrm>
          <a:off x="483600" y="176944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Definition:</a:t>
          </a:r>
          <a:r>
            <a:rPr lang="en-US" sz="1900" kern="1200"/>
            <a:t> "Hidden Writing" - concealing information within other data</a:t>
          </a:r>
        </a:p>
      </dsp:txBody>
      <dsp:txXfrm>
        <a:off x="483600" y="1769446"/>
        <a:ext cx="4320000" cy="648000"/>
      </dsp:txXfrm>
    </dsp:sp>
    <dsp:sp modelId="{70F63E51-0EE1-484F-A36A-583CD30E5AC2}">
      <dsp:nvSpPr>
        <dsp:cNvPr id="0" name=""/>
        <dsp:cNvSpPr/>
      </dsp:nvSpPr>
      <dsp:spPr>
        <a:xfrm>
          <a:off x="483600" y="2486931"/>
          <a:ext cx="4320000" cy="109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70308A-72E4-4DD8-B4AA-AD1CC03E93FA}">
      <dsp:nvSpPr>
        <dsp:cNvPr id="0" name=""/>
        <dsp:cNvSpPr/>
      </dsp:nvSpPr>
      <dsp:spPr>
        <a:xfrm>
          <a:off x="5559600" y="108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FFE13-D985-4895-A87E-19DFB38F8846}">
      <dsp:nvSpPr>
        <dsp:cNvPr id="0" name=""/>
        <dsp:cNvSpPr/>
      </dsp:nvSpPr>
      <dsp:spPr>
        <a:xfrm>
          <a:off x="5559600" y="176944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Vs Cryptography:</a:t>
          </a:r>
          <a:endParaRPr lang="en-US" sz="1900" kern="1200"/>
        </a:p>
      </dsp:txBody>
      <dsp:txXfrm>
        <a:off x="5559600" y="1769446"/>
        <a:ext cx="4320000" cy="648000"/>
      </dsp:txXfrm>
    </dsp:sp>
    <dsp:sp modelId="{C89C7CBD-FEC3-4072-BF02-197D3397F966}">
      <dsp:nvSpPr>
        <dsp:cNvPr id="0" name=""/>
        <dsp:cNvSpPr/>
      </dsp:nvSpPr>
      <dsp:spPr>
        <a:xfrm>
          <a:off x="5559600" y="2486931"/>
          <a:ext cx="4320000" cy="1095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Cryptography: Scrambles message (obvious communication)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Steganography: Hides existence of communication</a:t>
          </a:r>
        </a:p>
      </dsp:txBody>
      <dsp:txXfrm>
        <a:off x="5559600" y="2486931"/>
        <a:ext cx="4320000" cy="10953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01887-58E9-40A4-864F-FEFCA0BB2618}">
      <dsp:nvSpPr>
        <dsp:cNvPr id="0" name=""/>
        <dsp:cNvSpPr/>
      </dsp:nvSpPr>
      <dsp:spPr>
        <a:xfrm>
          <a:off x="0" y="3708300"/>
          <a:ext cx="6479357" cy="12171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Technical Approach:</a:t>
          </a:r>
          <a:r>
            <a:rPr lang="en-US" sz="2300" kern="1200"/>
            <a:t> LSB (Least Significant Bit) substitution</a:t>
          </a:r>
        </a:p>
      </dsp:txBody>
      <dsp:txXfrm>
        <a:off x="0" y="3708300"/>
        <a:ext cx="6479357" cy="1217146"/>
      </dsp:txXfrm>
    </dsp:sp>
    <dsp:sp modelId="{A576D966-8241-4239-A42F-E8125250E347}">
      <dsp:nvSpPr>
        <dsp:cNvPr id="0" name=""/>
        <dsp:cNvSpPr/>
      </dsp:nvSpPr>
      <dsp:spPr>
        <a:xfrm rot="10800000">
          <a:off x="0" y="1854585"/>
          <a:ext cx="6479357" cy="1871971"/>
        </a:xfrm>
        <a:prstGeom prst="upArrowCallou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Key Requirements:</a:t>
          </a:r>
          <a:endParaRPr lang="en-US" sz="2300" kern="1200"/>
        </a:p>
      </dsp:txBody>
      <dsp:txXfrm rot="-10800000">
        <a:off x="0" y="1854585"/>
        <a:ext cx="6479357" cy="657062"/>
      </dsp:txXfrm>
    </dsp:sp>
    <dsp:sp modelId="{8BE48DEE-86E1-41E8-9210-882113B3BAA8}">
      <dsp:nvSpPr>
        <dsp:cNvPr id="0" name=""/>
        <dsp:cNvSpPr/>
      </dsp:nvSpPr>
      <dsp:spPr>
        <a:xfrm>
          <a:off x="0" y="2511647"/>
          <a:ext cx="1619839" cy="5597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 external libraries</a:t>
          </a:r>
        </a:p>
      </dsp:txBody>
      <dsp:txXfrm>
        <a:off x="0" y="2511647"/>
        <a:ext cx="1619839" cy="559719"/>
      </dsp:txXfrm>
    </dsp:sp>
    <dsp:sp modelId="{52945127-3D9A-46D6-8360-2E51005D74D8}">
      <dsp:nvSpPr>
        <dsp:cNvPr id="0" name=""/>
        <dsp:cNvSpPr/>
      </dsp:nvSpPr>
      <dsp:spPr>
        <a:xfrm>
          <a:off x="1619839" y="2511647"/>
          <a:ext cx="1619839" cy="559719"/>
        </a:xfrm>
        <a:prstGeom prst="rect">
          <a:avLst/>
        </a:prstGeom>
        <a:solidFill>
          <a:schemeClr val="accent2">
            <a:tint val="40000"/>
            <a:alpha val="90000"/>
            <a:hueOff val="2471626"/>
            <a:satOff val="-2469"/>
            <a:lumOff val="11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471626"/>
              <a:satOff val="-2469"/>
              <a:lumOff val="1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Support encoding &amp; decoding</a:t>
          </a:r>
        </a:p>
      </dsp:txBody>
      <dsp:txXfrm>
        <a:off x="1619839" y="2511647"/>
        <a:ext cx="1619839" cy="559719"/>
      </dsp:txXfrm>
    </dsp:sp>
    <dsp:sp modelId="{5DA6F8BE-EC99-48AE-9485-9E3EC52C3476}">
      <dsp:nvSpPr>
        <dsp:cNvPr id="0" name=""/>
        <dsp:cNvSpPr/>
      </dsp:nvSpPr>
      <dsp:spPr>
        <a:xfrm>
          <a:off x="3239678" y="2511647"/>
          <a:ext cx="1619839" cy="559719"/>
        </a:xfrm>
        <a:prstGeom prst="rect">
          <a:avLst/>
        </a:prstGeom>
        <a:solidFill>
          <a:schemeClr val="accent2">
            <a:tint val="40000"/>
            <a:alpha val="90000"/>
            <a:hueOff val="4943252"/>
            <a:satOff val="-4937"/>
            <a:lumOff val="227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943252"/>
              <a:satOff val="-4937"/>
              <a:lumOff val="22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Robust error handling</a:t>
          </a:r>
        </a:p>
      </dsp:txBody>
      <dsp:txXfrm>
        <a:off x="3239678" y="2511647"/>
        <a:ext cx="1619839" cy="559719"/>
      </dsp:txXfrm>
    </dsp:sp>
    <dsp:sp modelId="{174EC210-66EC-4202-9ED5-697D5F94D8ED}">
      <dsp:nvSpPr>
        <dsp:cNvPr id="0" name=""/>
        <dsp:cNvSpPr/>
      </dsp:nvSpPr>
      <dsp:spPr>
        <a:xfrm>
          <a:off x="4859517" y="2511647"/>
          <a:ext cx="1619839" cy="559719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User-friendly interface</a:t>
          </a:r>
        </a:p>
      </dsp:txBody>
      <dsp:txXfrm>
        <a:off x="4859517" y="2511647"/>
        <a:ext cx="1619839" cy="559719"/>
      </dsp:txXfrm>
    </dsp:sp>
    <dsp:sp modelId="{70C23764-DC89-404E-B498-38B6F4F98402}">
      <dsp:nvSpPr>
        <dsp:cNvPr id="0" name=""/>
        <dsp:cNvSpPr/>
      </dsp:nvSpPr>
      <dsp:spPr>
        <a:xfrm rot="10800000">
          <a:off x="0" y="870"/>
          <a:ext cx="6479357" cy="1871971"/>
        </a:xfrm>
        <a:prstGeom prst="upArrowCallou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Goal:</a:t>
          </a:r>
          <a:r>
            <a:rPr lang="en-US" sz="2300" kern="1200"/>
            <a:t> Hide text messages within BMP images using pure Python</a:t>
          </a:r>
        </a:p>
      </dsp:txBody>
      <dsp:txXfrm rot="10800000">
        <a:off x="0" y="870"/>
        <a:ext cx="6479357" cy="12163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BBF58-71A5-40AE-B1B6-FEA58B148934}">
      <dsp:nvSpPr>
        <dsp:cNvPr id="0" name=""/>
        <dsp:cNvSpPr/>
      </dsp:nvSpPr>
      <dsp:spPr>
        <a:xfrm>
          <a:off x="0" y="68843"/>
          <a:ext cx="6479357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Complete Implementation:</a:t>
          </a:r>
          <a:r>
            <a:rPr lang="en-US" sz="2200" kern="1200"/>
            <a:t> Encoding &amp; decoding in one tool</a:t>
          </a:r>
        </a:p>
      </dsp:txBody>
      <dsp:txXfrm>
        <a:off x="42722" y="111565"/>
        <a:ext cx="6393913" cy="789716"/>
      </dsp:txXfrm>
    </dsp:sp>
    <dsp:sp modelId="{23129A7A-3E78-477D-B6C1-DFEDDC63C431}">
      <dsp:nvSpPr>
        <dsp:cNvPr id="0" name=""/>
        <dsp:cNvSpPr/>
      </dsp:nvSpPr>
      <dsp:spPr>
        <a:xfrm>
          <a:off x="0" y="1007363"/>
          <a:ext cx="6479357" cy="875160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Input Validation:</a:t>
          </a:r>
          <a:endParaRPr lang="en-US" sz="2200" kern="1200"/>
        </a:p>
      </dsp:txBody>
      <dsp:txXfrm>
        <a:off x="42722" y="1050085"/>
        <a:ext cx="6393913" cy="789716"/>
      </dsp:txXfrm>
    </dsp:sp>
    <dsp:sp modelId="{053FBA3A-BA11-4DA7-93E7-5E420D3F55E0}">
      <dsp:nvSpPr>
        <dsp:cNvPr id="0" name=""/>
        <dsp:cNvSpPr/>
      </dsp:nvSpPr>
      <dsp:spPr>
        <a:xfrm>
          <a:off x="0" y="1882524"/>
          <a:ext cx="6479357" cy="1161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2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ASCII character checking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BMP format verification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Capacity checking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File existence checks</a:t>
          </a:r>
        </a:p>
      </dsp:txBody>
      <dsp:txXfrm>
        <a:off x="0" y="1882524"/>
        <a:ext cx="6479357" cy="1161270"/>
      </dsp:txXfrm>
    </dsp:sp>
    <dsp:sp modelId="{5EBA436D-1BB5-4FD6-AD61-8522DCD71318}">
      <dsp:nvSpPr>
        <dsp:cNvPr id="0" name=""/>
        <dsp:cNvSpPr/>
      </dsp:nvSpPr>
      <dsp:spPr>
        <a:xfrm>
          <a:off x="0" y="3043793"/>
          <a:ext cx="6479357" cy="875160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Error Handling:</a:t>
          </a:r>
          <a:r>
            <a:rPr lang="en-US" sz="2200" kern="1200"/>
            <a:t> User-friendly error messages</a:t>
          </a:r>
        </a:p>
      </dsp:txBody>
      <dsp:txXfrm>
        <a:off x="42722" y="3086515"/>
        <a:ext cx="6393913" cy="789716"/>
      </dsp:txXfrm>
    </dsp:sp>
    <dsp:sp modelId="{FBDC8303-DF89-4FDC-B3D0-773F3175372A}">
      <dsp:nvSpPr>
        <dsp:cNvPr id="0" name=""/>
        <dsp:cNvSpPr/>
      </dsp:nvSpPr>
      <dsp:spPr>
        <a:xfrm>
          <a:off x="0" y="3982314"/>
          <a:ext cx="6479357" cy="87516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.txt File Support:</a:t>
          </a:r>
          <a:r>
            <a:rPr lang="en-US" sz="2200" kern="1200"/>
            <a:t> Can read messages from text files</a:t>
          </a:r>
        </a:p>
      </dsp:txBody>
      <dsp:txXfrm>
        <a:off x="42722" y="4025036"/>
        <a:ext cx="6393913" cy="7897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6504C-F671-440C-AD1C-A530DD15742C}">
      <dsp:nvSpPr>
        <dsp:cNvPr id="0" name=""/>
        <dsp:cNvSpPr/>
      </dsp:nvSpPr>
      <dsp:spPr>
        <a:xfrm>
          <a:off x="0" y="39908"/>
          <a:ext cx="6479357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Pure Python:</a:t>
          </a:r>
          <a:r>
            <a:rPr lang="en-US" sz="3000" kern="1200"/>
            <a:t> No external dependencies</a:t>
          </a:r>
        </a:p>
      </dsp:txBody>
      <dsp:txXfrm>
        <a:off x="58257" y="98165"/>
        <a:ext cx="6362843" cy="1076886"/>
      </dsp:txXfrm>
    </dsp:sp>
    <dsp:sp modelId="{BCE874ED-DAC0-444F-AC38-4CE0AA492972}">
      <dsp:nvSpPr>
        <dsp:cNvPr id="0" name=""/>
        <dsp:cNvSpPr/>
      </dsp:nvSpPr>
      <dsp:spPr>
        <a:xfrm>
          <a:off x="0" y="1319708"/>
          <a:ext cx="6479357" cy="1193400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Key Functions:</a:t>
          </a:r>
          <a:endParaRPr lang="en-US" sz="3000" kern="1200"/>
        </a:p>
      </dsp:txBody>
      <dsp:txXfrm>
        <a:off x="58257" y="1377965"/>
        <a:ext cx="6362843" cy="1076886"/>
      </dsp:txXfrm>
    </dsp:sp>
    <dsp:sp modelId="{35ED5912-9517-4BEB-A532-9B8C81F03542}">
      <dsp:nvSpPr>
        <dsp:cNvPr id="0" name=""/>
        <dsp:cNvSpPr/>
      </dsp:nvSpPr>
      <dsp:spPr>
        <a:xfrm>
          <a:off x="0" y="2513108"/>
          <a:ext cx="6479357" cy="1179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2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/>
            <a:t>stega_encode</a:t>
          </a:r>
          <a:r>
            <a:rPr lang="en-US" sz="2300" kern="1200" dirty="0"/>
            <a:t>(): Hides message in image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stega_decode(): Extracts hidden message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/>
            <a:t>user_interface</a:t>
          </a:r>
          <a:r>
            <a:rPr lang="en-US" sz="2300" kern="1200" dirty="0"/>
            <a:t>(): for interaction</a:t>
          </a:r>
        </a:p>
      </dsp:txBody>
      <dsp:txXfrm>
        <a:off x="0" y="2513108"/>
        <a:ext cx="6479357" cy="1179900"/>
      </dsp:txXfrm>
    </dsp:sp>
    <dsp:sp modelId="{52E65107-D827-4CD8-94C4-4C51A57119DC}">
      <dsp:nvSpPr>
        <dsp:cNvPr id="0" name=""/>
        <dsp:cNvSpPr/>
      </dsp:nvSpPr>
      <dsp:spPr>
        <a:xfrm>
          <a:off x="0" y="3693008"/>
          <a:ext cx="6479357" cy="119340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File Operations:</a:t>
          </a:r>
          <a:r>
            <a:rPr lang="en-US" sz="3000" kern="1200"/>
            <a:t> Binary read/write operations</a:t>
          </a:r>
        </a:p>
      </dsp:txBody>
      <dsp:txXfrm>
        <a:off x="58257" y="3751265"/>
        <a:ext cx="6362843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776A5-0CC8-4375-90FE-A0CDBC4D3FB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23768-A918-4361-A891-46E5F1BEA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0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23768-A918-4361-A891-46E5F1BEA6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4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67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8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3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9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6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7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72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60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usseff55/Steganography-Projec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9AD67-AD0F-F2C9-D767-61554A581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Image-Based Text Steganography Using Basic Python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464B8ECD-54DA-AE58-3A1B-0D8D59189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633236"/>
            <a:ext cx="6705600" cy="36646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Student Name &amp; ID: Youssef Ahmed Mahmoud Ahmed, 202401268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Coursework Title: Steganography Application – Python Implementation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Date: 14/12/2025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Craft alphabet on a black surface">
            <a:extLst>
              <a:ext uri="{FF2B5EF4-FFF2-40B4-BE49-F238E27FC236}">
                <a16:creationId xmlns:a16="http://schemas.microsoft.com/office/drawing/2014/main" id="{E5D6C82F-BFD8-B38D-74F0-F211672C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61" r="26569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3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C1603-8C0E-0442-2F0F-697DD394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What is Steganography?</a:t>
            </a:r>
            <a:br>
              <a:rPr lang="en-US" sz="3700"/>
            </a:br>
            <a:endParaRPr lang="en-US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22BD83-A1DC-C16D-D0A1-591A66330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223562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227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17AC1-AB69-32D0-E09E-B5F8916C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Project Overview</a:t>
            </a:r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5724E3-050B-7A6C-C7A1-0AE0C1CF5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856791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496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A0D2A-82A5-0A76-ED3B-088118C1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How LSB Steganography Works</a:t>
            </a:r>
            <a:br>
              <a:rPr lang="en-US" sz="3100" dirty="0"/>
            </a:br>
            <a:endParaRPr lang="en-US" sz="31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itHub - raagul123/Image-Stegnography-using-LSB: Hiding texts inside images  using least significant bit method is solved using python">
            <a:extLst>
              <a:ext uri="{FF2B5EF4-FFF2-40B4-BE49-F238E27FC236}">
                <a16:creationId xmlns:a16="http://schemas.microsoft.com/office/drawing/2014/main" id="{0C7629EA-874B-3FD5-138F-7CC3DAC7D6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4848" y="2283442"/>
            <a:ext cx="5301143" cy="286261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0E59D-5EDF-4297-C383-4B7585291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063" y="2343150"/>
            <a:ext cx="5513442" cy="4250155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Concept:</a:t>
            </a:r>
            <a:r>
              <a:rPr lang="en-US" dirty="0"/>
              <a:t> Modify least significant bits of image data</a:t>
            </a:r>
          </a:p>
          <a:p>
            <a:pPr>
              <a:lnSpc>
                <a:spcPct val="110000"/>
              </a:lnSpc>
            </a:pPr>
            <a:r>
              <a:rPr lang="en-US" b="1" dirty="0"/>
              <a:t>Visual Impact:</a:t>
            </a:r>
            <a:r>
              <a:rPr lang="en-US" dirty="0"/>
              <a:t> Human eye cannot detect 1-bit changes</a:t>
            </a:r>
          </a:p>
          <a:p>
            <a:pPr>
              <a:lnSpc>
                <a:spcPct val="110000"/>
              </a:lnSpc>
            </a:pPr>
            <a:r>
              <a:rPr lang="en-US" b="1" dirty="0"/>
              <a:t>BMP Advantage: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sz="2000" dirty="0"/>
              <a:t>Lossless format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Simple structure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24-bit = 3 bytes per pixel (B, G, R)</a:t>
            </a:r>
          </a:p>
          <a:p>
            <a:pPr>
              <a:lnSpc>
                <a:spcPct val="110000"/>
              </a:lnSpc>
            </a:pPr>
            <a:r>
              <a:rPr lang="en-US" b="1" dirty="0"/>
              <a:t>Capacity:</a:t>
            </a:r>
            <a:r>
              <a:rPr lang="en-US" dirty="0"/>
              <a:t> Each pixel can store 3 bits (one per channel)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78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412E5-195F-2E00-CC83-12ECF0E8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System Architecture</a:t>
            </a:r>
            <a:br>
              <a:rPr lang="en-US" sz="3100"/>
            </a:br>
            <a:endParaRPr lang="en-US" sz="31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94A05967-3B68-6006-7E0C-B1FBB4140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537460"/>
            <a:ext cx="3760459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8C48-FD00-ED06-8EB8-9A8C31EEC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Encoding Flow:</a:t>
            </a:r>
            <a:endParaRPr lang="en-US" dirty="0"/>
          </a:p>
          <a:p>
            <a:pPr lvl="1"/>
            <a:r>
              <a:rPr lang="en-US" dirty="0"/>
              <a:t>Validate inputs (ASCII, file types, capacity)</a:t>
            </a:r>
          </a:p>
          <a:p>
            <a:pPr lvl="1"/>
            <a:r>
              <a:rPr lang="en-US" dirty="0"/>
              <a:t>Convert message to binary + null terminator</a:t>
            </a:r>
          </a:p>
          <a:p>
            <a:pPr lvl="1"/>
            <a:r>
              <a:rPr lang="en-US" dirty="0"/>
              <a:t>Read BMP file, skip 54-byte header</a:t>
            </a:r>
          </a:p>
          <a:p>
            <a:pPr lvl="1"/>
            <a:r>
              <a:rPr lang="en-US" dirty="0"/>
              <a:t>Replace LSBs with message bits</a:t>
            </a:r>
          </a:p>
          <a:p>
            <a:pPr lvl="1"/>
            <a:r>
              <a:rPr lang="en-US" dirty="0"/>
              <a:t>Save modified BMP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B1E9-200E-5200-F658-F18EDAFD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Key Features</a:t>
            </a:r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FF4959-01AA-B4F5-43B3-B8DABDF88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950214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605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D5D3C-A685-6609-6D54-712A1A2E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Technical Implementation</a:t>
            </a:r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C06FDB-5298-F290-7924-E1F8C4BEE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47988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239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CB90-7DA7-53A8-735B-2905F7EA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Complexity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4B47-1956-E20A-E56E-6FB7E95D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1" y="2273167"/>
            <a:ext cx="6482615" cy="3566160"/>
          </a:xfrm>
        </p:spPr>
        <p:txBody>
          <a:bodyPr/>
          <a:lstStyle/>
          <a:p>
            <a:r>
              <a:rPr lang="en-US" dirty="0"/>
              <a:t>Encoding: O(n) where n = message length in bits</a:t>
            </a:r>
          </a:p>
          <a:p>
            <a:r>
              <a:rPr lang="en-US" dirty="0"/>
              <a:t>Decoding: O(k) where k = bytes until null terminator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00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83686-B4F8-CD32-2C9C-05DCC8441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Challenges &amp; Solutions</a:t>
            </a:r>
            <a:br>
              <a:rPr lang="en-US" dirty="0"/>
            </a:b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1E42DA-911D-64DF-3F11-AC06FE296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8659889"/>
              </p:ext>
            </p:extLst>
          </p:nvPr>
        </p:nvGraphicFramePr>
        <p:xfrm>
          <a:off x="5051651" y="1522905"/>
          <a:ext cx="6479358" cy="4623711"/>
        </p:xfrm>
        <a:graphic>
          <a:graphicData uri="http://schemas.openxmlformats.org/drawingml/2006/table">
            <a:tbl>
              <a:tblPr/>
              <a:tblGrid>
                <a:gridCol w="3300641">
                  <a:extLst>
                    <a:ext uri="{9D8B030D-6E8A-4147-A177-3AD203B41FA5}">
                      <a16:colId xmlns:a16="http://schemas.microsoft.com/office/drawing/2014/main" val="4079142756"/>
                    </a:ext>
                  </a:extLst>
                </a:gridCol>
                <a:gridCol w="3178717">
                  <a:extLst>
                    <a:ext uri="{9D8B030D-6E8A-4147-A177-3AD203B41FA5}">
                      <a16:colId xmlns:a16="http://schemas.microsoft.com/office/drawing/2014/main" val="1108114319"/>
                    </a:ext>
                  </a:extLst>
                </a:gridCol>
              </a:tblGrid>
              <a:tr h="57085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Challenge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031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Solution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708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223529"/>
                  </a:ext>
                </a:extLst>
              </a:tr>
              <a:tr h="57085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BMP header corruption</a:t>
                      </a:r>
                      <a:endParaRPr lang="en-US" sz="2300" b="0" i="0" u="none" strike="noStrike" dirty="0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031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Skip first 54 bytes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708" marR="119031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82266"/>
                  </a:ext>
                </a:extLst>
              </a:tr>
              <a:tr h="884966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Message capacity limits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031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Calculate available space before encoding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708" marR="119031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70571"/>
                  </a:ext>
                </a:extLst>
              </a:tr>
              <a:tr h="884966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Non-ASCII characters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031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Validate and reject during input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708" marR="119031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985201"/>
                  </a:ext>
                </a:extLst>
              </a:tr>
              <a:tr h="827103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File format issues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031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Check BMP signature </a:t>
                      </a:r>
                      <a:endParaRPr lang="en-US" sz="2300" b="0" i="0" u="none" strike="noStrike" dirty="0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708" marR="119031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886205"/>
                  </a:ext>
                </a:extLst>
              </a:tr>
              <a:tr h="884966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Same input/output paths</a:t>
                      </a:r>
                      <a:endParaRPr lang="en-US" sz="2300" b="0" i="0" u="none" strike="noStrike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031" marR="158708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A2A2A2"/>
                          </a:solidFill>
                          <a:effectLst/>
                          <a:latin typeface="quote-cjk-patch"/>
                        </a:rPr>
                        <a:t>Enforce different filenames</a:t>
                      </a:r>
                      <a:endParaRPr lang="en-US" sz="2300" b="0" i="0" u="none" strike="noStrike" dirty="0">
                        <a:solidFill>
                          <a:srgbClr val="A2A2A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708" marR="119031" marT="99193" marB="991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92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47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53C7E-59C7-24E1-D14C-0C0DFC15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Testing &amp; Validation</a:t>
            </a:r>
            <a:br>
              <a:rPr lang="en-US" sz="4400"/>
            </a:br>
            <a:endParaRPr lang="en-US" sz="4400"/>
          </a:p>
        </p:txBody>
      </p:sp>
      <p:pic>
        <p:nvPicPr>
          <p:cNvPr id="5" name="Content Placeholder 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70ECCCA2-0203-1AFE-B22E-12936D2F3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62406" y="990201"/>
            <a:ext cx="6424036" cy="48180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33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915B-CA41-A4CB-D58C-63086B4E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Demonstration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1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67B7-C176-BA31-D0A9-38459793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4EB1D-A684-7FA0-A744-947266B94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Questions?</a:t>
            </a:r>
            <a:endParaRPr lang="en-US" dirty="0"/>
          </a:p>
          <a:p>
            <a:r>
              <a:rPr lang="en-US" dirty="0"/>
              <a:t>Contact Information: Ya2401268@tkh.edu.eg</a:t>
            </a:r>
          </a:p>
          <a:p>
            <a:r>
              <a:rPr lang="en-US" dirty="0"/>
              <a:t>GitHub Repository Link: </a:t>
            </a:r>
            <a:r>
              <a:rPr lang="en-US" u="sng" dirty="0">
                <a:hlinkClick r:id="rId2"/>
              </a:rPr>
              <a:t>https://github.com/Youusseff55/Steganography-Project.git</a:t>
            </a:r>
            <a:endParaRPr lang="en-US" dirty="0"/>
          </a:p>
          <a:p>
            <a:r>
              <a:rPr lang="en-US" dirty="0"/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94691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390</Words>
  <Application>Microsoft Office PowerPoint</Application>
  <PresentationFormat>Widescreen</PresentationFormat>
  <Paragraphs>72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Grandview Display</vt:lpstr>
      <vt:lpstr>quote-cjk-patch</vt:lpstr>
      <vt:lpstr>DashVTI</vt:lpstr>
      <vt:lpstr>Image-Based Text Steganography Using Basic Python</vt:lpstr>
      <vt:lpstr>What is Steganography? </vt:lpstr>
      <vt:lpstr>Project Overview </vt:lpstr>
      <vt:lpstr>How LSB Steganography Works </vt:lpstr>
      <vt:lpstr>System Architecture </vt:lpstr>
      <vt:lpstr>Key Features </vt:lpstr>
      <vt:lpstr>Technical Implementation </vt:lpstr>
      <vt:lpstr>Time Complexity </vt:lpstr>
      <vt:lpstr>Challenges &amp; Solutions </vt:lpstr>
      <vt:lpstr>Testing &amp; Validation </vt:lpstr>
      <vt:lpstr>Demonstration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 Ahmed</dc:creator>
  <cp:lastModifiedBy>Youssef M Ahmed</cp:lastModifiedBy>
  <cp:revision>1</cp:revision>
  <dcterms:created xsi:type="dcterms:W3CDTF">2025-12-14T20:07:49Z</dcterms:created>
  <dcterms:modified xsi:type="dcterms:W3CDTF">2025-12-14T20:23:06Z</dcterms:modified>
</cp:coreProperties>
</file>